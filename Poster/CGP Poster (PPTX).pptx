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</p:sldIdLst>
  <p:sldSz cx="30267275" cy="213963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54" userDrawn="1">
          <p15:clr>
            <a:srgbClr val="A4A3A4"/>
          </p15:clr>
        </p15:guide>
        <p15:guide id="2" pos="9534" userDrawn="1">
          <p15:clr>
            <a:srgbClr val="A4A3A4"/>
          </p15:clr>
        </p15:guide>
        <p15:guide id="3" pos="6495" userDrawn="1">
          <p15:clr>
            <a:srgbClr val="A4A3A4"/>
          </p15:clr>
        </p15:guide>
        <p15:guide id="4" pos="163" userDrawn="1">
          <p15:clr>
            <a:srgbClr val="A4A3A4"/>
          </p15:clr>
        </p15:guide>
        <p15:guide id="5" pos="12809" userDrawn="1">
          <p15:clr>
            <a:srgbClr val="A4A3A4"/>
          </p15:clr>
        </p15:guide>
        <p15:guide id="6" pos="18903" userDrawn="1">
          <p15:clr>
            <a:srgbClr val="A4A3A4"/>
          </p15:clr>
        </p15:guide>
        <p15:guide id="7" pos="125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95D9"/>
    <a:srgbClr val="156082"/>
    <a:srgbClr val="FFFFFF"/>
    <a:srgbClr val="DCEAF7"/>
    <a:srgbClr val="F26B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108ED7-D571-4AAB-A409-46B8C7F6AD06}" v="618" dt="2026-03-17T09:24:06.1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3870" autoAdjust="0"/>
  </p:normalViewPr>
  <p:slideViewPr>
    <p:cSldViewPr snapToGrid="0" showGuides="1">
      <p:cViewPr varScale="1">
        <p:scale>
          <a:sx n="27" d="100"/>
          <a:sy n="27" d="100"/>
        </p:scale>
        <p:origin x="1315" y="58"/>
      </p:cViewPr>
      <p:guideLst>
        <p:guide orient="horz" pos="6654"/>
        <p:guide pos="9534"/>
        <p:guide pos="6495"/>
        <p:guide pos="163"/>
        <p:guide pos="12809"/>
        <p:guide pos="18903"/>
        <p:guide pos="125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U JIN YANG" userId="6ecede72-313f-4058-8590-064a3244267c" providerId="ADAL" clId="{5732C8DA-0A9E-4302-A174-86AC9E026DD3}"/>
    <pc:docChg chg="undo redo custSel addSld delSld modSld">
      <pc:chgData name="EU JIN YANG" userId="6ecede72-313f-4058-8590-064a3244267c" providerId="ADAL" clId="{5732C8DA-0A9E-4302-A174-86AC9E026DD3}" dt="2026-03-17T10:11:23.739" v="3830" actId="20577"/>
      <pc:docMkLst>
        <pc:docMk/>
      </pc:docMkLst>
      <pc:sldChg chg="addSp delSp modSp del mod">
        <pc:chgData name="EU JIN YANG" userId="6ecede72-313f-4058-8590-064a3244267c" providerId="ADAL" clId="{5732C8DA-0A9E-4302-A174-86AC9E026DD3}" dt="2026-03-17T09:35:35.634" v="3818" actId="47"/>
        <pc:sldMkLst>
          <pc:docMk/>
          <pc:sldMk cId="944679915" sldId="256"/>
        </pc:sldMkLst>
      </pc:sldChg>
      <pc:sldChg chg="new del">
        <pc:chgData name="EU JIN YANG" userId="6ecede72-313f-4058-8590-064a3244267c" providerId="ADAL" clId="{5732C8DA-0A9E-4302-A174-86AC9E026DD3}" dt="2026-03-16T08:31:47.805" v="1658" actId="47"/>
        <pc:sldMkLst>
          <pc:docMk/>
          <pc:sldMk cId="581126767" sldId="257"/>
        </pc:sldMkLst>
      </pc:sldChg>
      <pc:sldChg chg="addSp delSp modSp add mod">
        <pc:chgData name="EU JIN YANG" userId="6ecede72-313f-4058-8590-064a3244267c" providerId="ADAL" clId="{5732C8DA-0A9E-4302-A174-86AC9E026DD3}" dt="2026-03-17T10:11:23.739" v="3830" actId="20577"/>
        <pc:sldMkLst>
          <pc:docMk/>
          <pc:sldMk cId="4042548813" sldId="257"/>
        </pc:sldMkLst>
        <pc:spChg chg="del">
          <ac:chgData name="EU JIN YANG" userId="6ecede72-313f-4058-8590-064a3244267c" providerId="ADAL" clId="{5732C8DA-0A9E-4302-A174-86AC9E026DD3}" dt="2026-03-16T15:02:48.068" v="1785" actId="478"/>
          <ac:spMkLst>
            <pc:docMk/>
            <pc:sldMk cId="4042548813" sldId="257"/>
            <ac:spMk id="2" creationId="{690B127B-E328-88C0-978C-88C1B152FED1}"/>
          </ac:spMkLst>
        </pc:spChg>
        <pc:spChg chg="add mod ord topLvl">
          <ac:chgData name="EU JIN YANG" userId="6ecede72-313f-4058-8590-064a3244267c" providerId="ADAL" clId="{5732C8DA-0A9E-4302-A174-86AC9E026DD3}" dt="2026-03-17T06:56:26.652" v="3563" actId="1076"/>
          <ac:spMkLst>
            <pc:docMk/>
            <pc:sldMk cId="4042548813" sldId="257"/>
            <ac:spMk id="3" creationId="{919DA555-CACE-BDF5-B683-B24A6B527584}"/>
          </ac:spMkLst>
        </pc:spChg>
        <pc:spChg chg="del">
          <ac:chgData name="EU JIN YANG" userId="6ecede72-313f-4058-8590-064a3244267c" providerId="ADAL" clId="{5732C8DA-0A9E-4302-A174-86AC9E026DD3}" dt="2026-03-16T15:02:43.576" v="1782" actId="478"/>
          <ac:spMkLst>
            <pc:docMk/>
            <pc:sldMk cId="4042548813" sldId="257"/>
            <ac:spMk id="3" creationId="{94C5F51C-4E8F-653B-4B91-6A30A7B4296F}"/>
          </ac:spMkLst>
        </pc:spChg>
        <pc:spChg chg="mod">
          <ac:chgData name="EU JIN YANG" userId="6ecede72-313f-4058-8590-064a3244267c" providerId="ADAL" clId="{5732C8DA-0A9E-4302-A174-86AC9E026DD3}" dt="2026-03-16T16:31:53.195" v="2430" actId="1076"/>
          <ac:spMkLst>
            <pc:docMk/>
            <pc:sldMk cId="4042548813" sldId="257"/>
            <ac:spMk id="7" creationId="{1B08ECEC-496E-00B5-507C-6792A825F877}"/>
          </ac:spMkLst>
        </pc:spChg>
        <pc:spChg chg="mod">
          <ac:chgData name="EU JIN YANG" userId="6ecede72-313f-4058-8590-064a3244267c" providerId="ADAL" clId="{5732C8DA-0A9E-4302-A174-86AC9E026DD3}" dt="2026-03-16T09:10:40.662" v="1747" actId="403"/>
          <ac:spMkLst>
            <pc:docMk/>
            <pc:sldMk cId="4042548813" sldId="257"/>
            <ac:spMk id="10" creationId="{82A19D89-1DD8-413D-7CB2-AA8ADC19E0DF}"/>
          </ac:spMkLst>
        </pc:spChg>
        <pc:spChg chg="add del mod">
          <ac:chgData name="EU JIN YANG" userId="6ecede72-313f-4058-8590-064a3244267c" providerId="ADAL" clId="{5732C8DA-0A9E-4302-A174-86AC9E026DD3}" dt="2026-03-17T04:46:15.320" v="3084" actId="478"/>
          <ac:spMkLst>
            <pc:docMk/>
            <pc:sldMk cId="4042548813" sldId="257"/>
            <ac:spMk id="11" creationId="{1D5567A0-FAC2-07B2-D0E3-FE1310C643C7}"/>
          </ac:spMkLst>
        </pc:spChg>
        <pc:spChg chg="del">
          <ac:chgData name="EU JIN YANG" userId="6ecede72-313f-4058-8590-064a3244267c" providerId="ADAL" clId="{5732C8DA-0A9E-4302-A174-86AC9E026DD3}" dt="2026-03-16T15:02:49.419" v="1786" actId="478"/>
          <ac:spMkLst>
            <pc:docMk/>
            <pc:sldMk cId="4042548813" sldId="257"/>
            <ac:spMk id="11" creationId="{2FD67438-5C5E-EC64-AA1F-F6AD8664B0F5}"/>
          </ac:spMkLst>
        </pc:spChg>
        <pc:spChg chg="add">
          <ac:chgData name="EU JIN YANG" userId="6ecede72-313f-4058-8590-064a3244267c" providerId="ADAL" clId="{5732C8DA-0A9E-4302-A174-86AC9E026DD3}" dt="2026-03-17T08:52:14.127" v="3566"/>
          <ac:spMkLst>
            <pc:docMk/>
            <pc:sldMk cId="4042548813" sldId="257"/>
            <ac:spMk id="11" creationId="{F4D91C84-CA72-766B-E2AD-528C9FF3851D}"/>
          </ac:spMkLst>
        </pc:spChg>
        <pc:spChg chg="del">
          <ac:chgData name="EU JIN YANG" userId="6ecede72-313f-4058-8590-064a3244267c" providerId="ADAL" clId="{5732C8DA-0A9E-4302-A174-86AC9E026DD3}" dt="2026-03-16T15:02:50.619" v="1787" actId="478"/>
          <ac:spMkLst>
            <pc:docMk/>
            <pc:sldMk cId="4042548813" sldId="257"/>
            <ac:spMk id="13" creationId="{1EF5CEDF-A23A-BC89-5FF6-8296B71EBF96}"/>
          </ac:spMkLst>
        </pc:spChg>
        <pc:spChg chg="mod">
          <ac:chgData name="EU JIN YANG" userId="6ecede72-313f-4058-8590-064a3244267c" providerId="ADAL" clId="{5732C8DA-0A9E-4302-A174-86AC9E026DD3}" dt="2026-03-16T09:10:39.100" v="1743" actId="403"/>
          <ac:spMkLst>
            <pc:docMk/>
            <pc:sldMk cId="4042548813" sldId="257"/>
            <ac:spMk id="15" creationId="{B323525B-AD94-5B91-7EFB-BBBBAC259CD0}"/>
          </ac:spMkLst>
        </pc:spChg>
        <pc:spChg chg="mod">
          <ac:chgData name="EU JIN YANG" userId="6ecede72-313f-4058-8590-064a3244267c" providerId="ADAL" clId="{5732C8DA-0A9E-4302-A174-86AC9E026DD3}" dt="2026-03-16T09:10:38.305" v="1741" actId="403"/>
          <ac:spMkLst>
            <pc:docMk/>
            <pc:sldMk cId="4042548813" sldId="257"/>
            <ac:spMk id="28" creationId="{D102E202-3D1C-349E-4BA3-6852AAD19B70}"/>
          </ac:spMkLst>
        </pc:spChg>
        <pc:spChg chg="del">
          <ac:chgData name="EU JIN YANG" userId="6ecede72-313f-4058-8590-064a3244267c" providerId="ADAL" clId="{5732C8DA-0A9E-4302-A174-86AC9E026DD3}" dt="2026-03-16T15:02:43.576" v="1782" actId="478"/>
          <ac:spMkLst>
            <pc:docMk/>
            <pc:sldMk cId="4042548813" sldId="257"/>
            <ac:spMk id="31" creationId="{44D3DF4A-BE9E-4F56-255F-2BCEB7B25C03}"/>
          </ac:spMkLst>
        </pc:spChg>
        <pc:spChg chg="add mod">
          <ac:chgData name="EU JIN YANG" userId="6ecede72-313f-4058-8590-064a3244267c" providerId="ADAL" clId="{5732C8DA-0A9E-4302-A174-86AC9E026DD3}" dt="2026-03-17T06:56:30.906" v="3565" actId="12789"/>
          <ac:spMkLst>
            <pc:docMk/>
            <pc:sldMk cId="4042548813" sldId="257"/>
            <ac:spMk id="31" creationId="{5C38582A-8C24-AA2D-1E02-534DA55447A5}"/>
          </ac:spMkLst>
        </pc:spChg>
        <pc:spChg chg="add del mod">
          <ac:chgData name="EU JIN YANG" userId="6ecede72-313f-4058-8590-064a3244267c" providerId="ADAL" clId="{5732C8DA-0A9E-4302-A174-86AC9E026DD3}" dt="2026-03-17T04:21:27.894" v="2735" actId="478"/>
          <ac:spMkLst>
            <pc:docMk/>
            <pc:sldMk cId="4042548813" sldId="257"/>
            <ac:spMk id="36" creationId="{07F6A528-8313-4E59-FAE1-B7051F709784}"/>
          </ac:spMkLst>
        </pc:spChg>
        <pc:spChg chg="add">
          <ac:chgData name="EU JIN YANG" userId="6ecede72-313f-4058-8590-064a3244267c" providerId="ADAL" clId="{5732C8DA-0A9E-4302-A174-86AC9E026DD3}" dt="2026-03-17T08:53:35.396" v="3578"/>
          <ac:spMkLst>
            <pc:docMk/>
            <pc:sldMk cId="4042548813" sldId="257"/>
            <ac:spMk id="36" creationId="{394DD318-F80D-F5B3-9A18-2ED1477BF196}"/>
          </ac:spMkLst>
        </pc:spChg>
        <pc:spChg chg="del">
          <ac:chgData name="EU JIN YANG" userId="6ecede72-313f-4058-8590-064a3244267c" providerId="ADAL" clId="{5732C8DA-0A9E-4302-A174-86AC9E026DD3}" dt="2026-03-16T15:02:51.788" v="1788" actId="478"/>
          <ac:spMkLst>
            <pc:docMk/>
            <pc:sldMk cId="4042548813" sldId="257"/>
            <ac:spMk id="36" creationId="{5343AA01-A9FB-9B88-FC79-9362298E8F79}"/>
          </ac:spMkLst>
        </pc:spChg>
        <pc:spChg chg="add del mod">
          <ac:chgData name="EU JIN YANG" userId="6ecede72-313f-4058-8590-064a3244267c" providerId="ADAL" clId="{5732C8DA-0A9E-4302-A174-86AC9E026DD3}" dt="2026-03-17T04:21:27.894" v="2735" actId="478"/>
          <ac:spMkLst>
            <pc:docMk/>
            <pc:sldMk cId="4042548813" sldId="257"/>
            <ac:spMk id="37" creationId="{247E8D00-CAD0-1693-9129-284DBB068D65}"/>
          </ac:spMkLst>
        </pc:spChg>
        <pc:spChg chg="del">
          <ac:chgData name="EU JIN YANG" userId="6ecede72-313f-4058-8590-064a3244267c" providerId="ADAL" clId="{5732C8DA-0A9E-4302-A174-86AC9E026DD3}" dt="2026-03-16T15:02:43.576" v="1782" actId="478"/>
          <ac:spMkLst>
            <pc:docMk/>
            <pc:sldMk cId="4042548813" sldId="257"/>
            <ac:spMk id="37" creationId="{E2605E40-7DCE-5355-073D-5C166B2E82DC}"/>
          </ac:spMkLst>
        </pc:spChg>
        <pc:spChg chg="mod">
          <ac:chgData name="EU JIN YANG" userId="6ecede72-313f-4058-8590-064a3244267c" providerId="ADAL" clId="{5732C8DA-0A9E-4302-A174-86AC9E026DD3}" dt="2026-03-16T09:10:38.019" v="1739" actId="403"/>
          <ac:spMkLst>
            <pc:docMk/>
            <pc:sldMk cId="4042548813" sldId="257"/>
            <ac:spMk id="38" creationId="{FF7481DB-1389-DC19-8A86-1A147DC6F6C8}"/>
          </ac:spMkLst>
        </pc:spChg>
        <pc:spChg chg="mod">
          <ac:chgData name="EU JIN YANG" userId="6ecede72-313f-4058-8590-064a3244267c" providerId="ADAL" clId="{5732C8DA-0A9E-4302-A174-86AC9E026DD3}" dt="2026-03-17T10:11:23.739" v="3830" actId="20577"/>
          <ac:spMkLst>
            <pc:docMk/>
            <pc:sldMk cId="4042548813" sldId="257"/>
            <ac:spMk id="58" creationId="{25E9E97B-645C-9008-9F2F-1B7D9986684B}"/>
          </ac:spMkLst>
        </pc:spChg>
        <pc:spChg chg="mod">
          <ac:chgData name="EU JIN YANG" userId="6ecede72-313f-4058-8590-064a3244267c" providerId="ADAL" clId="{5732C8DA-0A9E-4302-A174-86AC9E026DD3}" dt="2026-03-16T16:16:52.568" v="2374" actId="1076"/>
          <ac:spMkLst>
            <pc:docMk/>
            <pc:sldMk cId="4042548813" sldId="257"/>
            <ac:spMk id="73" creationId="{633E3558-AEA6-27A7-8F46-C9DD7B3F52D1}"/>
          </ac:spMkLst>
        </pc:spChg>
        <pc:spChg chg="mod">
          <ac:chgData name="EU JIN YANG" userId="6ecede72-313f-4058-8590-064a3244267c" providerId="ADAL" clId="{5732C8DA-0A9E-4302-A174-86AC9E026DD3}" dt="2026-03-17T09:24:06.194" v="3817"/>
          <ac:spMkLst>
            <pc:docMk/>
            <pc:sldMk cId="4042548813" sldId="257"/>
            <ac:spMk id="81" creationId="{1296131B-9634-ADB2-0BA7-13EEB71136E6}"/>
          </ac:spMkLst>
        </pc:spChg>
        <pc:spChg chg="add">
          <ac:chgData name="EU JIN YANG" userId="6ecede72-313f-4058-8590-064a3244267c" providerId="ADAL" clId="{5732C8DA-0A9E-4302-A174-86AC9E026DD3}" dt="2026-03-17T08:55:29.721" v="3587"/>
          <ac:spMkLst>
            <pc:docMk/>
            <pc:sldMk cId="4042548813" sldId="257"/>
            <ac:spMk id="97" creationId="{069031AE-7DB1-83FA-57EC-D1A3B5CE16D5}"/>
          </ac:spMkLst>
        </pc:spChg>
        <pc:spChg chg="add del mod">
          <ac:chgData name="EU JIN YANG" userId="6ecede72-313f-4058-8590-064a3244267c" providerId="ADAL" clId="{5732C8DA-0A9E-4302-A174-86AC9E026DD3}" dt="2026-03-17T04:21:27.894" v="2735" actId="478"/>
          <ac:spMkLst>
            <pc:docMk/>
            <pc:sldMk cId="4042548813" sldId="257"/>
            <ac:spMk id="97" creationId="{357277A2-5214-FEE7-9369-8831857DA660}"/>
          </ac:spMkLst>
        </pc:spChg>
        <pc:spChg chg="add del mod">
          <ac:chgData name="EU JIN YANG" userId="6ecede72-313f-4058-8590-064a3244267c" providerId="ADAL" clId="{5732C8DA-0A9E-4302-A174-86AC9E026DD3}" dt="2026-03-16T15:30:39.693" v="1798" actId="478"/>
          <ac:spMkLst>
            <pc:docMk/>
            <pc:sldMk cId="4042548813" sldId="257"/>
            <ac:spMk id="97" creationId="{BCAC3514-D170-E150-CEAE-82C9FEAACCF0}"/>
          </ac:spMkLst>
        </pc:spChg>
        <pc:spChg chg="mod topLvl">
          <ac:chgData name="EU JIN YANG" userId="6ecede72-313f-4058-8590-064a3244267c" providerId="ADAL" clId="{5732C8DA-0A9E-4302-A174-86AC9E026DD3}" dt="2026-03-16T16:06:09.319" v="2263" actId="1076"/>
          <ac:spMkLst>
            <pc:docMk/>
            <pc:sldMk cId="4042548813" sldId="257"/>
            <ac:spMk id="106" creationId="{624B0CD3-E3D5-7417-DE23-AD20F0480797}"/>
          </ac:spMkLst>
        </pc:spChg>
        <pc:spChg chg="add mod topLvl">
          <ac:chgData name="EU JIN YANG" userId="6ecede72-313f-4058-8590-064a3244267c" providerId="ADAL" clId="{5732C8DA-0A9E-4302-A174-86AC9E026DD3}" dt="2026-03-17T06:56:26.652" v="3563" actId="1076"/>
          <ac:spMkLst>
            <pc:docMk/>
            <pc:sldMk cId="4042548813" sldId="257"/>
            <ac:spMk id="108" creationId="{A5DAAE70-AB28-62B8-FC42-DE8D144D10C6}"/>
          </ac:spMkLst>
        </pc:spChg>
        <pc:spChg chg="mod topLvl">
          <ac:chgData name="EU JIN YANG" userId="6ecede72-313f-4058-8590-064a3244267c" providerId="ADAL" clId="{5732C8DA-0A9E-4302-A174-86AC9E026DD3}" dt="2026-03-17T09:09:54.565" v="3802" actId="12789"/>
          <ac:spMkLst>
            <pc:docMk/>
            <pc:sldMk cId="4042548813" sldId="257"/>
            <ac:spMk id="110" creationId="{BA0AA665-8CD9-9A6F-BB02-AE2BA91CADDD}"/>
          </ac:spMkLst>
        </pc:spChg>
        <pc:spChg chg="mod topLvl">
          <ac:chgData name="EU JIN YANG" userId="6ecede72-313f-4058-8590-064a3244267c" providerId="ADAL" clId="{5732C8DA-0A9E-4302-A174-86AC9E026DD3}" dt="2026-03-16T16:26:30.589" v="2388" actId="12788"/>
          <ac:spMkLst>
            <pc:docMk/>
            <pc:sldMk cId="4042548813" sldId="257"/>
            <ac:spMk id="111" creationId="{54592D07-D255-E316-799B-AA2EE3C6486A}"/>
          </ac:spMkLst>
        </pc:spChg>
        <pc:spChg chg="add mod topLvl">
          <ac:chgData name="EU JIN YANG" userId="6ecede72-313f-4058-8590-064a3244267c" providerId="ADAL" clId="{5732C8DA-0A9E-4302-A174-86AC9E026DD3}" dt="2026-03-17T06:56:30.906" v="3565" actId="12789"/>
          <ac:spMkLst>
            <pc:docMk/>
            <pc:sldMk cId="4042548813" sldId="257"/>
            <ac:spMk id="112" creationId="{982CAF1F-8537-7F6A-D2FF-70D8E9D008D3}"/>
          </ac:spMkLst>
        </pc:spChg>
        <pc:spChg chg="mod topLvl">
          <ac:chgData name="EU JIN YANG" userId="6ecede72-313f-4058-8590-064a3244267c" providerId="ADAL" clId="{5732C8DA-0A9E-4302-A174-86AC9E026DD3}" dt="2026-03-17T09:03:13.114" v="3676" actId="165"/>
          <ac:spMkLst>
            <pc:docMk/>
            <pc:sldMk cId="4042548813" sldId="257"/>
            <ac:spMk id="114" creationId="{504462B4-6504-75E2-346F-A214CE2C9495}"/>
          </ac:spMkLst>
        </pc:spChg>
        <pc:spChg chg="del mod topLvl">
          <ac:chgData name="EU JIN YANG" userId="6ecede72-313f-4058-8590-064a3244267c" providerId="ADAL" clId="{5732C8DA-0A9E-4302-A174-86AC9E026DD3}" dt="2026-03-16T15:56:07.664" v="2171" actId="478"/>
          <ac:spMkLst>
            <pc:docMk/>
            <pc:sldMk cId="4042548813" sldId="257"/>
            <ac:spMk id="114" creationId="{519DC4A3-C792-5125-328A-AE5369F93F49}"/>
          </ac:spMkLst>
        </pc:spChg>
        <pc:spChg chg="add mod">
          <ac:chgData name="EU JIN YANG" userId="6ecede72-313f-4058-8590-064a3244267c" providerId="ADAL" clId="{5732C8DA-0A9E-4302-A174-86AC9E026DD3}" dt="2026-03-17T06:56:30.906" v="3565" actId="12789"/>
          <ac:spMkLst>
            <pc:docMk/>
            <pc:sldMk cId="4042548813" sldId="257"/>
            <ac:spMk id="115" creationId="{DBE0F9D8-E947-2AFD-4EC9-413CA6AD4FC3}"/>
          </ac:spMkLst>
        </pc:spChg>
        <pc:spChg chg="add mod">
          <ac:chgData name="EU JIN YANG" userId="6ecede72-313f-4058-8590-064a3244267c" providerId="ADAL" clId="{5732C8DA-0A9E-4302-A174-86AC9E026DD3}" dt="2026-03-17T06:56:30.906" v="3565" actId="12789"/>
          <ac:spMkLst>
            <pc:docMk/>
            <pc:sldMk cId="4042548813" sldId="257"/>
            <ac:spMk id="117" creationId="{04A33AE8-842A-5904-BEA7-BEDE70B71B26}"/>
          </ac:spMkLst>
        </pc:spChg>
        <pc:spChg chg="add mod">
          <ac:chgData name="EU JIN YANG" userId="6ecede72-313f-4058-8590-064a3244267c" providerId="ADAL" clId="{5732C8DA-0A9E-4302-A174-86AC9E026DD3}" dt="2026-03-17T06:56:26.652" v="3563" actId="1076"/>
          <ac:spMkLst>
            <pc:docMk/>
            <pc:sldMk cId="4042548813" sldId="257"/>
            <ac:spMk id="126" creationId="{D14DEA81-7DCB-2570-F92B-908276CC6746}"/>
          </ac:spMkLst>
        </pc:spChg>
        <pc:spChg chg="del mod topLvl">
          <ac:chgData name="EU JIN YANG" userId="6ecede72-313f-4058-8590-064a3244267c" providerId="ADAL" clId="{5732C8DA-0A9E-4302-A174-86AC9E026DD3}" dt="2026-03-16T15:56:57.243" v="2191" actId="478"/>
          <ac:spMkLst>
            <pc:docMk/>
            <pc:sldMk cId="4042548813" sldId="257"/>
            <ac:spMk id="1025" creationId="{A0BC3A7A-DCB0-6E2B-F9D4-6D8B4BBF2E44}"/>
          </ac:spMkLst>
        </pc:spChg>
        <pc:spChg chg="add mod topLvl">
          <ac:chgData name="EU JIN YANG" userId="6ecede72-313f-4058-8590-064a3244267c" providerId="ADAL" clId="{5732C8DA-0A9E-4302-A174-86AC9E026DD3}" dt="2026-03-17T06:56:30.906" v="3565" actId="12789"/>
          <ac:spMkLst>
            <pc:docMk/>
            <pc:sldMk cId="4042548813" sldId="257"/>
            <ac:spMk id="1025" creationId="{D2410FF1-D859-F051-E6BE-AB3CFE5F526E}"/>
          </ac:spMkLst>
        </pc:spChg>
        <pc:spChg chg="mod">
          <ac:chgData name="EU JIN YANG" userId="6ecede72-313f-4058-8590-064a3244267c" providerId="ADAL" clId="{5732C8DA-0A9E-4302-A174-86AC9E026DD3}" dt="2026-03-17T06:56:30.906" v="3565" actId="12789"/>
          <ac:spMkLst>
            <pc:docMk/>
            <pc:sldMk cId="4042548813" sldId="257"/>
            <ac:spMk id="1026" creationId="{63B09BB8-9580-6040-2579-4FA9165F2A30}"/>
          </ac:spMkLst>
        </pc:spChg>
        <pc:spChg chg="mod">
          <ac:chgData name="EU JIN YANG" userId="6ecede72-313f-4058-8590-064a3244267c" providerId="ADAL" clId="{5732C8DA-0A9E-4302-A174-86AC9E026DD3}" dt="2026-03-16T15:31:25.378" v="1828" actId="20577"/>
          <ac:spMkLst>
            <pc:docMk/>
            <pc:sldMk cId="4042548813" sldId="257"/>
            <ac:spMk id="1027" creationId="{4BE86301-0D14-62D9-D043-C876D7F7BA32}"/>
          </ac:spMkLst>
        </pc:spChg>
        <pc:spChg chg="add mod topLvl">
          <ac:chgData name="EU JIN YANG" userId="6ecede72-313f-4058-8590-064a3244267c" providerId="ADAL" clId="{5732C8DA-0A9E-4302-A174-86AC9E026DD3}" dt="2026-03-17T06:56:30.906" v="3565" actId="12789"/>
          <ac:spMkLst>
            <pc:docMk/>
            <pc:sldMk cId="4042548813" sldId="257"/>
            <ac:spMk id="1031" creationId="{AA1B1404-89C0-CA52-6A4A-6A7DFD8C0342}"/>
          </ac:spMkLst>
        </pc:spChg>
        <pc:spChg chg="del">
          <ac:chgData name="EU JIN YANG" userId="6ecede72-313f-4058-8590-064a3244267c" providerId="ADAL" clId="{5732C8DA-0A9E-4302-A174-86AC9E026DD3}" dt="2026-03-16T16:16:13.399" v="2370" actId="478"/>
          <ac:spMkLst>
            <pc:docMk/>
            <pc:sldMk cId="4042548813" sldId="257"/>
            <ac:spMk id="1031" creationId="{B576F0E2-E5E8-3C7B-3B61-560CEE3013A7}"/>
          </ac:spMkLst>
        </pc:spChg>
        <pc:spChg chg="del">
          <ac:chgData name="EU JIN YANG" userId="6ecede72-313f-4058-8590-064a3244267c" providerId="ADAL" clId="{5732C8DA-0A9E-4302-A174-86AC9E026DD3}" dt="2026-03-16T09:53:07.189" v="1767" actId="478"/>
          <ac:spMkLst>
            <pc:docMk/>
            <pc:sldMk cId="4042548813" sldId="257"/>
            <ac:spMk id="1032" creationId="{DA5545B1-9ED0-B759-B1A3-B82F1AE0D114}"/>
          </ac:spMkLst>
        </pc:spChg>
        <pc:spChg chg="mod topLvl">
          <ac:chgData name="EU JIN YANG" userId="6ecede72-313f-4058-8590-064a3244267c" providerId="ADAL" clId="{5732C8DA-0A9E-4302-A174-86AC9E026DD3}" dt="2026-03-16T16:25:56.443" v="2382" actId="14100"/>
          <ac:spMkLst>
            <pc:docMk/>
            <pc:sldMk cId="4042548813" sldId="257"/>
            <ac:spMk id="1032" creationId="{FBB23C98-D693-6B77-0DD3-0EAB8BF33A7F}"/>
          </ac:spMkLst>
        </pc:spChg>
        <pc:spChg chg="add mod">
          <ac:chgData name="EU JIN YANG" userId="6ecede72-313f-4058-8590-064a3244267c" providerId="ADAL" clId="{5732C8DA-0A9E-4302-A174-86AC9E026DD3}" dt="2026-03-17T06:56:30.906" v="3565" actId="12789"/>
          <ac:spMkLst>
            <pc:docMk/>
            <pc:sldMk cId="4042548813" sldId="257"/>
            <ac:spMk id="1033" creationId="{E7FBAE79-55BE-532A-A88C-1BC99A43BAB9}"/>
          </ac:spMkLst>
        </pc:spChg>
        <pc:spChg chg="del mod">
          <ac:chgData name="EU JIN YANG" userId="6ecede72-313f-4058-8590-064a3244267c" providerId="ADAL" clId="{5732C8DA-0A9E-4302-A174-86AC9E026DD3}" dt="2026-03-16T09:52:54.301" v="1761" actId="478"/>
          <ac:spMkLst>
            <pc:docMk/>
            <pc:sldMk cId="4042548813" sldId="257"/>
            <ac:spMk id="1034" creationId="{297D1E91-898A-778E-A669-2E643FEF100B}"/>
          </ac:spMkLst>
        </pc:spChg>
        <pc:spChg chg="add mod topLvl">
          <ac:chgData name="EU JIN YANG" userId="6ecede72-313f-4058-8590-064a3244267c" providerId="ADAL" clId="{5732C8DA-0A9E-4302-A174-86AC9E026DD3}" dt="2026-03-17T09:10:30.384" v="3815" actId="1036"/>
          <ac:spMkLst>
            <pc:docMk/>
            <pc:sldMk cId="4042548813" sldId="257"/>
            <ac:spMk id="1035" creationId="{6AD51914-D545-6E8B-26C6-4DB985840089}"/>
          </ac:spMkLst>
        </pc:spChg>
        <pc:spChg chg="add del">
          <ac:chgData name="EU JIN YANG" userId="6ecede72-313f-4058-8590-064a3244267c" providerId="ADAL" clId="{5732C8DA-0A9E-4302-A174-86AC9E026DD3}" dt="2026-03-17T04:47:31.148" v="3086" actId="22"/>
          <ac:spMkLst>
            <pc:docMk/>
            <pc:sldMk cId="4042548813" sldId="257"/>
            <ac:spMk id="1035" creationId="{809BE41D-6E40-F82C-F5BB-C98A450AD62A}"/>
          </ac:spMkLst>
        </pc:spChg>
        <pc:spChg chg="add del mod">
          <ac:chgData name="EU JIN YANG" userId="6ecede72-313f-4058-8590-064a3244267c" providerId="ADAL" clId="{5732C8DA-0A9E-4302-A174-86AC9E026DD3}" dt="2026-03-16T09:53:00.354" v="1764" actId="478"/>
          <ac:spMkLst>
            <pc:docMk/>
            <pc:sldMk cId="4042548813" sldId="257"/>
            <ac:spMk id="1036" creationId="{31F3935C-4E4A-F30C-15E5-27B3A854125A}"/>
          </ac:spMkLst>
        </pc:spChg>
        <pc:spChg chg="mod topLvl">
          <ac:chgData name="EU JIN YANG" userId="6ecede72-313f-4058-8590-064a3244267c" providerId="ADAL" clId="{5732C8DA-0A9E-4302-A174-86AC9E026DD3}" dt="2026-03-16T16:26:30.589" v="2388" actId="12788"/>
          <ac:spMkLst>
            <pc:docMk/>
            <pc:sldMk cId="4042548813" sldId="257"/>
            <ac:spMk id="1036" creationId="{41914319-9AF1-E42C-CE0C-1C3061A86836}"/>
          </ac:spMkLst>
        </pc:spChg>
        <pc:spChg chg="add mod topLvl">
          <ac:chgData name="EU JIN YANG" userId="6ecede72-313f-4058-8590-064a3244267c" providerId="ADAL" clId="{5732C8DA-0A9E-4302-A174-86AC9E026DD3}" dt="2026-03-17T09:10:30.384" v="3815" actId="1036"/>
          <ac:spMkLst>
            <pc:docMk/>
            <pc:sldMk cId="4042548813" sldId="257"/>
            <ac:spMk id="1037" creationId="{DD8F984B-1491-94E6-9246-A635C2B71454}"/>
          </ac:spMkLst>
        </pc:spChg>
        <pc:spChg chg="add mod topLvl">
          <ac:chgData name="EU JIN YANG" userId="6ecede72-313f-4058-8590-064a3244267c" providerId="ADAL" clId="{5732C8DA-0A9E-4302-A174-86AC9E026DD3}" dt="2026-03-17T09:10:30.384" v="3815" actId="1036"/>
          <ac:spMkLst>
            <pc:docMk/>
            <pc:sldMk cId="4042548813" sldId="257"/>
            <ac:spMk id="1038" creationId="{5D81DF52-77C0-1064-113B-74C28F5B4CEC}"/>
          </ac:spMkLst>
        </pc:spChg>
        <pc:spChg chg="del">
          <ac:chgData name="EU JIN YANG" userId="6ecede72-313f-4058-8590-064a3244267c" providerId="ADAL" clId="{5732C8DA-0A9E-4302-A174-86AC9E026DD3}" dt="2026-03-16T09:53:10.035" v="1768" actId="478"/>
          <ac:spMkLst>
            <pc:docMk/>
            <pc:sldMk cId="4042548813" sldId="257"/>
            <ac:spMk id="1038" creationId="{90F69F70-0043-BECC-EF3F-194F35B8D325}"/>
          </ac:spMkLst>
        </pc:spChg>
        <pc:spChg chg="mod">
          <ac:chgData name="EU JIN YANG" userId="6ecede72-313f-4058-8590-064a3244267c" providerId="ADAL" clId="{5732C8DA-0A9E-4302-A174-86AC9E026DD3}" dt="2026-03-16T16:02:48.774" v="2231" actId="165"/>
          <ac:spMkLst>
            <pc:docMk/>
            <pc:sldMk cId="4042548813" sldId="257"/>
            <ac:spMk id="1040" creationId="{790E317F-B27B-8419-5C9B-FDE55B048662}"/>
          </ac:spMkLst>
        </pc:spChg>
        <pc:spChg chg="del mod">
          <ac:chgData name="EU JIN YANG" userId="6ecede72-313f-4058-8590-064a3244267c" providerId="ADAL" clId="{5732C8DA-0A9E-4302-A174-86AC9E026DD3}" dt="2026-03-16T09:53:12.094" v="1769" actId="478"/>
          <ac:spMkLst>
            <pc:docMk/>
            <pc:sldMk cId="4042548813" sldId="257"/>
            <ac:spMk id="1040" creationId="{D269A990-7CFE-0FF0-EB1B-A9B2DB728565}"/>
          </ac:spMkLst>
        </pc:spChg>
        <pc:spChg chg="del">
          <ac:chgData name="EU JIN YANG" userId="6ecede72-313f-4058-8590-064a3244267c" providerId="ADAL" clId="{5732C8DA-0A9E-4302-A174-86AC9E026DD3}" dt="2026-03-16T09:53:02.612" v="1766" actId="478"/>
          <ac:spMkLst>
            <pc:docMk/>
            <pc:sldMk cId="4042548813" sldId="257"/>
            <ac:spMk id="1042" creationId="{FB56887B-A646-8EFF-A35C-988BDC0255FC}"/>
          </ac:spMkLst>
        </pc:spChg>
        <pc:spChg chg="del mod">
          <ac:chgData name="EU JIN YANG" userId="6ecede72-313f-4058-8590-064a3244267c" providerId="ADAL" clId="{5732C8DA-0A9E-4302-A174-86AC9E026DD3}" dt="2026-03-16T09:33:08.433" v="1752" actId="478"/>
          <ac:spMkLst>
            <pc:docMk/>
            <pc:sldMk cId="4042548813" sldId="257"/>
            <ac:spMk id="1048" creationId="{B495622D-C5AE-8137-B85C-77F8D8FCD691}"/>
          </ac:spMkLst>
        </pc:spChg>
        <pc:spChg chg="del">
          <ac:chgData name="EU JIN YANG" userId="6ecede72-313f-4058-8590-064a3244267c" providerId="ADAL" clId="{5732C8DA-0A9E-4302-A174-86AC9E026DD3}" dt="2026-03-16T09:53:17.726" v="1773" actId="478"/>
          <ac:spMkLst>
            <pc:docMk/>
            <pc:sldMk cId="4042548813" sldId="257"/>
            <ac:spMk id="1050" creationId="{9C4AFC07-2451-1696-6825-7EBE2B1005BE}"/>
          </ac:spMkLst>
        </pc:spChg>
        <pc:spChg chg="del">
          <ac:chgData name="EU JIN YANG" userId="6ecede72-313f-4058-8590-064a3244267c" providerId="ADAL" clId="{5732C8DA-0A9E-4302-A174-86AC9E026DD3}" dt="2026-03-16T09:53:16.866" v="1772" actId="478"/>
          <ac:spMkLst>
            <pc:docMk/>
            <pc:sldMk cId="4042548813" sldId="257"/>
            <ac:spMk id="1051" creationId="{3F3F72D0-1F8D-4BF7-A783-2F67BC1FC8C4}"/>
          </ac:spMkLst>
        </pc:spChg>
        <pc:spChg chg="del">
          <ac:chgData name="EU JIN YANG" userId="6ecede72-313f-4058-8590-064a3244267c" providerId="ADAL" clId="{5732C8DA-0A9E-4302-A174-86AC9E026DD3}" dt="2026-03-16T09:33:12.795" v="1753" actId="478"/>
          <ac:spMkLst>
            <pc:docMk/>
            <pc:sldMk cId="4042548813" sldId="257"/>
            <ac:spMk id="1052" creationId="{171B3718-A5C3-DE14-649E-F947A57216F9}"/>
          </ac:spMkLst>
        </pc:spChg>
        <pc:spChg chg="mod">
          <ac:chgData name="EU JIN YANG" userId="6ecede72-313f-4058-8590-064a3244267c" providerId="ADAL" clId="{5732C8DA-0A9E-4302-A174-86AC9E026DD3}" dt="2026-03-16T16:26:30.589" v="2388" actId="12788"/>
          <ac:spMkLst>
            <pc:docMk/>
            <pc:sldMk cId="4042548813" sldId="257"/>
            <ac:spMk id="1053" creationId="{98A4FA9F-3E56-FD15-6F7F-4C2BB50011CD}"/>
          </ac:spMkLst>
        </pc:spChg>
        <pc:spChg chg="del">
          <ac:chgData name="EU JIN YANG" userId="6ecede72-313f-4058-8590-064a3244267c" providerId="ADAL" clId="{5732C8DA-0A9E-4302-A174-86AC9E026DD3}" dt="2026-03-16T09:53:14.243" v="1770" actId="478"/>
          <ac:spMkLst>
            <pc:docMk/>
            <pc:sldMk cId="4042548813" sldId="257"/>
            <ac:spMk id="1053" creationId="{AE8A1336-2D29-B1BE-2A25-AAB25014664D}"/>
          </ac:spMkLst>
        </pc:spChg>
        <pc:spChg chg="mod">
          <ac:chgData name="EU JIN YANG" userId="6ecede72-313f-4058-8590-064a3244267c" providerId="ADAL" clId="{5732C8DA-0A9E-4302-A174-86AC9E026DD3}" dt="2026-03-16T16:26:30.589" v="2388" actId="12788"/>
          <ac:spMkLst>
            <pc:docMk/>
            <pc:sldMk cId="4042548813" sldId="257"/>
            <ac:spMk id="1054" creationId="{4494804C-F2AC-23DC-408F-EEFA2BD59599}"/>
          </ac:spMkLst>
        </pc:spChg>
        <pc:spChg chg="del">
          <ac:chgData name="EU JIN YANG" userId="6ecede72-313f-4058-8590-064a3244267c" providerId="ADAL" clId="{5732C8DA-0A9E-4302-A174-86AC9E026DD3}" dt="2026-03-16T09:53:15.919" v="1771" actId="478"/>
          <ac:spMkLst>
            <pc:docMk/>
            <pc:sldMk cId="4042548813" sldId="257"/>
            <ac:spMk id="1054" creationId="{9646F646-6765-2AC9-79EA-5F4FFDB4646D}"/>
          </ac:spMkLst>
        </pc:spChg>
        <pc:spChg chg="mod">
          <ac:chgData name="EU JIN YANG" userId="6ecede72-313f-4058-8590-064a3244267c" providerId="ADAL" clId="{5732C8DA-0A9E-4302-A174-86AC9E026DD3}" dt="2026-03-16T16:38:06.690" v="2509" actId="14100"/>
          <ac:spMkLst>
            <pc:docMk/>
            <pc:sldMk cId="4042548813" sldId="257"/>
            <ac:spMk id="1058" creationId="{8EEDB3CC-F5DC-F883-2C26-EAB0E787DC26}"/>
          </ac:spMkLst>
        </pc:spChg>
        <pc:spChg chg="mod">
          <ac:chgData name="EU JIN YANG" userId="6ecede72-313f-4058-8590-064a3244267c" providerId="ADAL" clId="{5732C8DA-0A9E-4302-A174-86AC9E026DD3}" dt="2026-03-16T15:29:56.818" v="1793" actId="164"/>
          <ac:spMkLst>
            <pc:docMk/>
            <pc:sldMk cId="4042548813" sldId="257"/>
            <ac:spMk id="1079" creationId="{DC2F483D-F6CC-A27A-CABB-F7752077174F}"/>
          </ac:spMkLst>
        </pc:spChg>
        <pc:spChg chg="mod">
          <ac:chgData name="EU JIN YANG" userId="6ecede72-313f-4058-8590-064a3244267c" providerId="ADAL" clId="{5732C8DA-0A9E-4302-A174-86AC9E026DD3}" dt="2026-03-16T15:29:56.818" v="1793" actId="164"/>
          <ac:spMkLst>
            <pc:docMk/>
            <pc:sldMk cId="4042548813" sldId="257"/>
            <ac:spMk id="1080" creationId="{2CF7D5BB-C4DC-5F3B-92C3-7771391306D5}"/>
          </ac:spMkLst>
        </pc:spChg>
        <pc:spChg chg="mod">
          <ac:chgData name="EU JIN YANG" userId="6ecede72-313f-4058-8590-064a3244267c" providerId="ADAL" clId="{5732C8DA-0A9E-4302-A174-86AC9E026DD3}" dt="2026-03-16T15:29:56.818" v="1793" actId="164"/>
          <ac:spMkLst>
            <pc:docMk/>
            <pc:sldMk cId="4042548813" sldId="257"/>
            <ac:spMk id="1082" creationId="{69ACB191-58B5-58F0-37F1-C5250313DA00}"/>
          </ac:spMkLst>
        </pc:spChg>
        <pc:spChg chg="add mod">
          <ac:chgData name="EU JIN YANG" userId="6ecede72-313f-4058-8590-064a3244267c" providerId="ADAL" clId="{5732C8DA-0A9E-4302-A174-86AC9E026DD3}" dt="2026-03-16T16:25:45.717" v="2379" actId="14100"/>
          <ac:spMkLst>
            <pc:docMk/>
            <pc:sldMk cId="4042548813" sldId="257"/>
            <ac:spMk id="1086" creationId="{40CA2878-3626-FE40-C89A-EA83C17527E7}"/>
          </ac:spMkLst>
        </pc:spChg>
        <pc:spChg chg="mod">
          <ac:chgData name="EU JIN YANG" userId="6ecede72-313f-4058-8590-064a3244267c" providerId="ADAL" clId="{5732C8DA-0A9E-4302-A174-86AC9E026DD3}" dt="2026-03-16T16:40:45.576" v="2543" actId="1036"/>
          <ac:spMkLst>
            <pc:docMk/>
            <pc:sldMk cId="4042548813" sldId="257"/>
            <ac:spMk id="1091" creationId="{76620A3E-EA64-4FC1-E824-24C693541155}"/>
          </ac:spMkLst>
        </pc:spChg>
        <pc:spChg chg="mod">
          <ac:chgData name="EU JIN YANG" userId="6ecede72-313f-4058-8590-064a3244267c" providerId="ADAL" clId="{5732C8DA-0A9E-4302-A174-86AC9E026DD3}" dt="2026-03-16T16:40:45.576" v="2543" actId="1036"/>
          <ac:spMkLst>
            <pc:docMk/>
            <pc:sldMk cId="4042548813" sldId="257"/>
            <ac:spMk id="1093" creationId="{FC992CD4-6320-63A7-36E5-066B8E189308}"/>
          </ac:spMkLst>
        </pc:spChg>
        <pc:spChg chg="mod">
          <ac:chgData name="EU JIN YANG" userId="6ecede72-313f-4058-8590-064a3244267c" providerId="ADAL" clId="{5732C8DA-0A9E-4302-A174-86AC9E026DD3}" dt="2026-03-16T16:41:04.377" v="2547" actId="1076"/>
          <ac:spMkLst>
            <pc:docMk/>
            <pc:sldMk cId="4042548813" sldId="257"/>
            <ac:spMk id="1096" creationId="{3892E0DB-83FE-0E2C-D9C9-71E1E65F35E5}"/>
          </ac:spMkLst>
        </pc:spChg>
        <pc:spChg chg="mod">
          <ac:chgData name="EU JIN YANG" userId="6ecede72-313f-4058-8590-064a3244267c" providerId="ADAL" clId="{5732C8DA-0A9E-4302-A174-86AC9E026DD3}" dt="2026-03-16T15:29:56.818" v="1793" actId="164"/>
          <ac:spMkLst>
            <pc:docMk/>
            <pc:sldMk cId="4042548813" sldId="257"/>
            <ac:spMk id="1097" creationId="{4CD44A0F-5DB6-1DE1-6E57-6FF57F7A8272}"/>
          </ac:spMkLst>
        </pc:spChg>
        <pc:spChg chg="add del mod">
          <ac:chgData name="EU JIN YANG" userId="6ecede72-313f-4058-8590-064a3244267c" providerId="ADAL" clId="{5732C8DA-0A9E-4302-A174-86AC9E026DD3}" dt="2026-03-17T05:48:59.072" v="3351" actId="478"/>
          <ac:spMkLst>
            <pc:docMk/>
            <pc:sldMk cId="4042548813" sldId="257"/>
            <ac:spMk id="1099" creationId="{AB4B5D93-3415-E8FB-D0B6-C878188F5B8E}"/>
          </ac:spMkLst>
        </pc:spChg>
        <pc:spChg chg="mod">
          <ac:chgData name="EU JIN YANG" userId="6ecede72-313f-4058-8590-064a3244267c" providerId="ADAL" clId="{5732C8DA-0A9E-4302-A174-86AC9E026DD3}" dt="2026-03-16T15:02:44.349" v="1783" actId="6549"/>
          <ac:spMkLst>
            <pc:docMk/>
            <pc:sldMk cId="4042548813" sldId="257"/>
            <ac:spMk id="1100" creationId="{5241E8B5-CB8E-DCD5-90A9-615AF4F91623}"/>
          </ac:spMkLst>
        </pc:spChg>
        <pc:spChg chg="add mod">
          <ac:chgData name="EU JIN YANG" userId="6ecede72-313f-4058-8590-064a3244267c" providerId="ADAL" clId="{5732C8DA-0A9E-4302-A174-86AC9E026DD3}" dt="2026-03-17T06:56:30.906" v="3565" actId="12789"/>
          <ac:spMkLst>
            <pc:docMk/>
            <pc:sldMk cId="4042548813" sldId="257"/>
            <ac:spMk id="1106" creationId="{DA62DF5E-719F-DB2C-AEA8-B9BE9411D9D5}"/>
          </ac:spMkLst>
        </pc:spChg>
        <pc:spChg chg="add mod">
          <ac:chgData name="EU JIN YANG" userId="6ecede72-313f-4058-8590-064a3244267c" providerId="ADAL" clId="{5732C8DA-0A9E-4302-A174-86AC9E026DD3}" dt="2026-03-17T06:56:30.906" v="3565" actId="12789"/>
          <ac:spMkLst>
            <pc:docMk/>
            <pc:sldMk cId="4042548813" sldId="257"/>
            <ac:spMk id="1109" creationId="{430D6D79-EC4A-57E5-C0AF-5192559ED6F9}"/>
          </ac:spMkLst>
        </pc:spChg>
        <pc:spChg chg="mod">
          <ac:chgData name="EU JIN YANG" userId="6ecede72-313f-4058-8590-064a3244267c" providerId="ADAL" clId="{5732C8DA-0A9E-4302-A174-86AC9E026DD3}" dt="2026-03-16T16:33:30.809" v="2438"/>
          <ac:spMkLst>
            <pc:docMk/>
            <pc:sldMk cId="4042548813" sldId="257"/>
            <ac:spMk id="1126" creationId="{C7AA25E7-5B33-EE0E-3AF7-41AAC119DEF8}"/>
          </ac:spMkLst>
        </pc:spChg>
        <pc:spChg chg="mod">
          <ac:chgData name="EU JIN YANG" userId="6ecede72-313f-4058-8590-064a3244267c" providerId="ADAL" clId="{5732C8DA-0A9E-4302-A174-86AC9E026DD3}" dt="2026-03-16T16:33:30.809" v="2438"/>
          <ac:spMkLst>
            <pc:docMk/>
            <pc:sldMk cId="4042548813" sldId="257"/>
            <ac:spMk id="1127" creationId="{E9DEE7A2-5E56-CED8-5D84-CFDEB9C64B98}"/>
          </ac:spMkLst>
        </pc:spChg>
        <pc:spChg chg="mod">
          <ac:chgData name="EU JIN YANG" userId="6ecede72-313f-4058-8590-064a3244267c" providerId="ADAL" clId="{5732C8DA-0A9E-4302-A174-86AC9E026DD3}" dt="2026-03-16T16:33:30.809" v="2438"/>
          <ac:spMkLst>
            <pc:docMk/>
            <pc:sldMk cId="4042548813" sldId="257"/>
            <ac:spMk id="1128" creationId="{9D26DF06-A426-AC3C-8A4D-118E830FE202}"/>
          </ac:spMkLst>
        </pc:spChg>
        <pc:spChg chg="mod">
          <ac:chgData name="EU JIN YANG" userId="6ecede72-313f-4058-8590-064a3244267c" providerId="ADAL" clId="{5732C8DA-0A9E-4302-A174-86AC9E026DD3}" dt="2026-03-16T16:33:30.809" v="2438"/>
          <ac:spMkLst>
            <pc:docMk/>
            <pc:sldMk cId="4042548813" sldId="257"/>
            <ac:spMk id="1129" creationId="{C213059E-DFD4-1ADF-2489-CDB88060B503}"/>
          </ac:spMkLst>
        </pc:spChg>
        <pc:spChg chg="del mod">
          <ac:chgData name="EU JIN YANG" userId="6ecede72-313f-4058-8590-064a3244267c" providerId="ADAL" clId="{5732C8DA-0A9E-4302-A174-86AC9E026DD3}" dt="2026-03-16T16:35:30.029" v="2458" actId="478"/>
          <ac:spMkLst>
            <pc:docMk/>
            <pc:sldMk cId="4042548813" sldId="257"/>
            <ac:spMk id="1135" creationId="{4B2CD628-4E0D-E9A8-96C7-977F99FAFB1A}"/>
          </ac:spMkLst>
        </pc:spChg>
        <pc:spChg chg="del mod">
          <ac:chgData name="EU JIN YANG" userId="6ecede72-313f-4058-8590-064a3244267c" providerId="ADAL" clId="{5732C8DA-0A9E-4302-A174-86AC9E026DD3}" dt="2026-03-16T16:35:55.771" v="2472" actId="478"/>
          <ac:spMkLst>
            <pc:docMk/>
            <pc:sldMk cId="4042548813" sldId="257"/>
            <ac:spMk id="1137" creationId="{C8CF4870-9322-6DF6-F840-5F31918EA670}"/>
          </ac:spMkLst>
        </pc:spChg>
        <pc:spChg chg="del mod">
          <ac:chgData name="EU JIN YANG" userId="6ecede72-313f-4058-8590-064a3244267c" providerId="ADAL" clId="{5732C8DA-0A9E-4302-A174-86AC9E026DD3}" dt="2026-03-16T16:36:04.589" v="2477" actId="478"/>
          <ac:spMkLst>
            <pc:docMk/>
            <pc:sldMk cId="4042548813" sldId="257"/>
            <ac:spMk id="1139" creationId="{5A7A29C7-B79A-5FD6-205E-C98C1BF333F6}"/>
          </ac:spMkLst>
        </pc:spChg>
        <pc:spChg chg="del mod">
          <ac:chgData name="EU JIN YANG" userId="6ecede72-313f-4058-8590-064a3244267c" providerId="ADAL" clId="{5732C8DA-0A9E-4302-A174-86AC9E026DD3}" dt="2026-03-16T16:35:56.641" v="2473" actId="478"/>
          <ac:spMkLst>
            <pc:docMk/>
            <pc:sldMk cId="4042548813" sldId="257"/>
            <ac:spMk id="1141" creationId="{3685E10F-8D1B-3167-05AC-996F567B9BFC}"/>
          </ac:spMkLst>
        </pc:spChg>
        <pc:spChg chg="del mod">
          <ac:chgData name="EU JIN YANG" userId="6ecede72-313f-4058-8590-064a3244267c" providerId="ADAL" clId="{5732C8DA-0A9E-4302-A174-86AC9E026DD3}" dt="2026-03-16T16:36:05.629" v="2478" actId="478"/>
          <ac:spMkLst>
            <pc:docMk/>
            <pc:sldMk cId="4042548813" sldId="257"/>
            <ac:spMk id="1142" creationId="{F4E4E8A1-C503-CAC4-C38E-FB9040E8B8A0}"/>
          </ac:spMkLst>
        </pc:spChg>
        <pc:spChg chg="del mod">
          <ac:chgData name="EU JIN YANG" userId="6ecede72-313f-4058-8590-064a3244267c" providerId="ADAL" clId="{5732C8DA-0A9E-4302-A174-86AC9E026DD3}" dt="2026-03-16T16:35:43.169" v="2466" actId="478"/>
          <ac:spMkLst>
            <pc:docMk/>
            <pc:sldMk cId="4042548813" sldId="257"/>
            <ac:spMk id="1144" creationId="{4B764A3E-6A4A-4F3E-C200-A1874C6983FC}"/>
          </ac:spMkLst>
        </pc:spChg>
        <pc:spChg chg="del mod">
          <ac:chgData name="EU JIN YANG" userId="6ecede72-313f-4058-8590-064a3244267c" providerId="ADAL" clId="{5732C8DA-0A9E-4302-A174-86AC9E026DD3}" dt="2026-03-16T16:35:51.267" v="2469" actId="478"/>
          <ac:spMkLst>
            <pc:docMk/>
            <pc:sldMk cId="4042548813" sldId="257"/>
            <ac:spMk id="1147" creationId="{CFF87A84-EE19-CAB0-F46E-7EBF02E74260}"/>
          </ac:spMkLst>
        </pc:spChg>
        <pc:spChg chg="add del mod">
          <ac:chgData name="EU JIN YANG" userId="6ecede72-313f-4058-8590-064a3244267c" providerId="ADAL" clId="{5732C8DA-0A9E-4302-A174-86AC9E026DD3}" dt="2026-03-16T16:38:16.307" v="2510" actId="14100"/>
          <ac:spMkLst>
            <pc:docMk/>
            <pc:sldMk cId="4042548813" sldId="257"/>
            <ac:spMk id="1153" creationId="{D9688C0C-A123-D8E6-4959-E5BBDF58E7D5}"/>
          </ac:spMkLst>
        </pc:spChg>
        <pc:spChg chg="mod">
          <ac:chgData name="EU JIN YANG" userId="6ecede72-313f-4058-8590-064a3244267c" providerId="ADAL" clId="{5732C8DA-0A9E-4302-A174-86AC9E026DD3}" dt="2026-03-16T16:35:40.646" v="2465" actId="478"/>
          <ac:spMkLst>
            <pc:docMk/>
            <pc:sldMk cId="4042548813" sldId="257"/>
            <ac:spMk id="1154" creationId="{086C321A-5CEC-51E2-71CB-C48A557F8C47}"/>
          </ac:spMkLst>
        </pc:spChg>
        <pc:spChg chg="mod">
          <ac:chgData name="EU JIN YANG" userId="6ecede72-313f-4058-8590-064a3244267c" providerId="ADAL" clId="{5732C8DA-0A9E-4302-A174-86AC9E026DD3}" dt="2026-03-16T16:34:24.340" v="2446"/>
          <ac:spMkLst>
            <pc:docMk/>
            <pc:sldMk cId="4042548813" sldId="257"/>
            <ac:spMk id="1160" creationId="{E992D6FB-D49B-D53F-11FC-F7AAA3B01820}"/>
          </ac:spMkLst>
        </pc:spChg>
        <pc:spChg chg="mod">
          <ac:chgData name="EU JIN YANG" userId="6ecede72-313f-4058-8590-064a3244267c" providerId="ADAL" clId="{5732C8DA-0A9E-4302-A174-86AC9E026DD3}" dt="2026-03-16T16:34:24.340" v="2446"/>
          <ac:spMkLst>
            <pc:docMk/>
            <pc:sldMk cId="4042548813" sldId="257"/>
            <ac:spMk id="1162" creationId="{BF20A6F7-5906-71A8-010C-2C18E70FCB60}"/>
          </ac:spMkLst>
        </pc:spChg>
        <pc:spChg chg="mod">
          <ac:chgData name="EU JIN YANG" userId="6ecede72-313f-4058-8590-064a3244267c" providerId="ADAL" clId="{5732C8DA-0A9E-4302-A174-86AC9E026DD3}" dt="2026-03-16T16:34:24.340" v="2446"/>
          <ac:spMkLst>
            <pc:docMk/>
            <pc:sldMk cId="4042548813" sldId="257"/>
            <ac:spMk id="1164" creationId="{B298309D-14BC-C4DC-E8D6-4BF50AF8AC60}"/>
          </ac:spMkLst>
        </pc:spChg>
        <pc:spChg chg="mod">
          <ac:chgData name="EU JIN YANG" userId="6ecede72-313f-4058-8590-064a3244267c" providerId="ADAL" clId="{5732C8DA-0A9E-4302-A174-86AC9E026DD3}" dt="2026-03-16T16:34:24.340" v="2446"/>
          <ac:spMkLst>
            <pc:docMk/>
            <pc:sldMk cId="4042548813" sldId="257"/>
            <ac:spMk id="1166" creationId="{68A1E51C-B552-9279-2925-EA9527494381}"/>
          </ac:spMkLst>
        </pc:spChg>
        <pc:spChg chg="mod">
          <ac:chgData name="EU JIN YANG" userId="6ecede72-313f-4058-8590-064a3244267c" providerId="ADAL" clId="{5732C8DA-0A9E-4302-A174-86AC9E026DD3}" dt="2026-03-16T16:34:24.340" v="2446"/>
          <ac:spMkLst>
            <pc:docMk/>
            <pc:sldMk cId="4042548813" sldId="257"/>
            <ac:spMk id="1167" creationId="{F1B9731C-D599-A8D3-C3CA-943970915B5D}"/>
          </ac:spMkLst>
        </pc:spChg>
        <pc:spChg chg="mod">
          <ac:chgData name="EU JIN YANG" userId="6ecede72-313f-4058-8590-064a3244267c" providerId="ADAL" clId="{5732C8DA-0A9E-4302-A174-86AC9E026DD3}" dt="2026-03-16T16:34:24.340" v="2446"/>
          <ac:spMkLst>
            <pc:docMk/>
            <pc:sldMk cId="4042548813" sldId="257"/>
            <ac:spMk id="1169" creationId="{712874A0-9062-6CA6-BEB3-D74627C7D353}"/>
          </ac:spMkLst>
        </pc:spChg>
        <pc:spChg chg="mod">
          <ac:chgData name="EU JIN YANG" userId="6ecede72-313f-4058-8590-064a3244267c" providerId="ADAL" clId="{5732C8DA-0A9E-4302-A174-86AC9E026DD3}" dt="2026-03-16T16:34:24.340" v="2446"/>
          <ac:spMkLst>
            <pc:docMk/>
            <pc:sldMk cId="4042548813" sldId="257"/>
            <ac:spMk id="1171" creationId="{ACE4B46A-FDD8-729F-B2C6-0A183FB34170}"/>
          </ac:spMkLst>
        </pc:spChg>
        <pc:spChg chg="mod">
          <ac:chgData name="EU JIN YANG" userId="6ecede72-313f-4058-8590-064a3244267c" providerId="ADAL" clId="{5732C8DA-0A9E-4302-A174-86AC9E026DD3}" dt="2026-03-16T16:34:24.340" v="2446"/>
          <ac:spMkLst>
            <pc:docMk/>
            <pc:sldMk cId="4042548813" sldId="257"/>
            <ac:spMk id="1177" creationId="{6B44C6DB-81C6-8171-5CE1-94F4C05E2227}"/>
          </ac:spMkLst>
        </pc:spChg>
        <pc:spChg chg="mod">
          <ac:chgData name="EU JIN YANG" userId="6ecede72-313f-4058-8590-064a3244267c" providerId="ADAL" clId="{5732C8DA-0A9E-4302-A174-86AC9E026DD3}" dt="2026-03-16T16:34:24.340" v="2446"/>
          <ac:spMkLst>
            <pc:docMk/>
            <pc:sldMk cId="4042548813" sldId="257"/>
            <ac:spMk id="1178" creationId="{2EAD0D26-07A7-1D56-738A-150219CFD394}"/>
          </ac:spMkLst>
        </pc:spChg>
        <pc:spChg chg="mod">
          <ac:chgData name="EU JIN YANG" userId="6ecede72-313f-4058-8590-064a3244267c" providerId="ADAL" clId="{5732C8DA-0A9E-4302-A174-86AC9E026DD3}" dt="2026-03-16T16:34:32.431" v="2449"/>
          <ac:spMkLst>
            <pc:docMk/>
            <pc:sldMk cId="4042548813" sldId="257"/>
            <ac:spMk id="1184" creationId="{8B0BDEA7-EFD3-B579-4911-AD9E3CA9ED26}"/>
          </ac:spMkLst>
        </pc:spChg>
        <pc:spChg chg="mod">
          <ac:chgData name="EU JIN YANG" userId="6ecede72-313f-4058-8590-064a3244267c" providerId="ADAL" clId="{5732C8DA-0A9E-4302-A174-86AC9E026DD3}" dt="2026-03-16T16:34:32.431" v="2449"/>
          <ac:spMkLst>
            <pc:docMk/>
            <pc:sldMk cId="4042548813" sldId="257"/>
            <ac:spMk id="1186" creationId="{FD4B9B84-44D9-307F-AF7D-77A6903BAC97}"/>
          </ac:spMkLst>
        </pc:spChg>
        <pc:spChg chg="mod">
          <ac:chgData name="EU JIN YANG" userId="6ecede72-313f-4058-8590-064a3244267c" providerId="ADAL" clId="{5732C8DA-0A9E-4302-A174-86AC9E026DD3}" dt="2026-03-16T16:34:32.431" v="2449"/>
          <ac:spMkLst>
            <pc:docMk/>
            <pc:sldMk cId="4042548813" sldId="257"/>
            <ac:spMk id="1188" creationId="{9BC8731C-54B1-8437-B335-B9E779FA165E}"/>
          </ac:spMkLst>
        </pc:spChg>
        <pc:spChg chg="mod">
          <ac:chgData name="EU JIN YANG" userId="6ecede72-313f-4058-8590-064a3244267c" providerId="ADAL" clId="{5732C8DA-0A9E-4302-A174-86AC9E026DD3}" dt="2026-03-16T16:34:32.431" v="2449"/>
          <ac:spMkLst>
            <pc:docMk/>
            <pc:sldMk cId="4042548813" sldId="257"/>
            <ac:spMk id="1190" creationId="{128D002C-0987-2E51-3550-010BFA3A8A70}"/>
          </ac:spMkLst>
        </pc:spChg>
        <pc:spChg chg="mod">
          <ac:chgData name="EU JIN YANG" userId="6ecede72-313f-4058-8590-064a3244267c" providerId="ADAL" clId="{5732C8DA-0A9E-4302-A174-86AC9E026DD3}" dt="2026-03-16T16:34:32.431" v="2449"/>
          <ac:spMkLst>
            <pc:docMk/>
            <pc:sldMk cId="4042548813" sldId="257"/>
            <ac:spMk id="1191" creationId="{AEEBD974-F099-A871-2404-BCB1AD10DCB5}"/>
          </ac:spMkLst>
        </pc:spChg>
        <pc:spChg chg="mod">
          <ac:chgData name="EU JIN YANG" userId="6ecede72-313f-4058-8590-064a3244267c" providerId="ADAL" clId="{5732C8DA-0A9E-4302-A174-86AC9E026DD3}" dt="2026-03-16T16:34:32.431" v="2449"/>
          <ac:spMkLst>
            <pc:docMk/>
            <pc:sldMk cId="4042548813" sldId="257"/>
            <ac:spMk id="1193" creationId="{868E8A66-89FF-C79A-F39E-C3B4EE72BC87}"/>
          </ac:spMkLst>
        </pc:spChg>
        <pc:spChg chg="mod">
          <ac:chgData name="EU JIN YANG" userId="6ecede72-313f-4058-8590-064a3244267c" providerId="ADAL" clId="{5732C8DA-0A9E-4302-A174-86AC9E026DD3}" dt="2026-03-16T16:34:32.431" v="2449"/>
          <ac:spMkLst>
            <pc:docMk/>
            <pc:sldMk cId="4042548813" sldId="257"/>
            <ac:spMk id="1195" creationId="{69BD6EBF-EEBA-08A6-9C7C-EFEBFBF0D143}"/>
          </ac:spMkLst>
        </pc:spChg>
        <pc:spChg chg="mod">
          <ac:chgData name="EU JIN YANG" userId="6ecede72-313f-4058-8590-064a3244267c" providerId="ADAL" clId="{5732C8DA-0A9E-4302-A174-86AC9E026DD3}" dt="2026-03-16T16:34:32.431" v="2449"/>
          <ac:spMkLst>
            <pc:docMk/>
            <pc:sldMk cId="4042548813" sldId="257"/>
            <ac:spMk id="1201" creationId="{9CBCF4A8-9110-10B5-DCC3-895B17C931E3}"/>
          </ac:spMkLst>
        </pc:spChg>
        <pc:spChg chg="mod">
          <ac:chgData name="EU JIN YANG" userId="6ecede72-313f-4058-8590-064a3244267c" providerId="ADAL" clId="{5732C8DA-0A9E-4302-A174-86AC9E026DD3}" dt="2026-03-16T16:34:32.431" v="2449"/>
          <ac:spMkLst>
            <pc:docMk/>
            <pc:sldMk cId="4042548813" sldId="257"/>
            <ac:spMk id="1202" creationId="{2D1FAD8A-C4FD-0D7B-6B09-FD9F2EDEE7B4}"/>
          </ac:spMkLst>
        </pc:spChg>
        <pc:spChg chg="add mod topLvl">
          <ac:chgData name="EU JIN YANG" userId="6ecede72-313f-4058-8590-064a3244267c" providerId="ADAL" clId="{5732C8DA-0A9E-4302-A174-86AC9E026DD3}" dt="2026-03-16T16:39:21.432" v="2519" actId="164"/>
          <ac:spMkLst>
            <pc:docMk/>
            <pc:sldMk cId="4042548813" sldId="257"/>
            <ac:spMk id="1203" creationId="{03008C45-F25B-F697-D348-A2B559B43D57}"/>
          </ac:spMkLst>
        </pc:spChg>
        <pc:spChg chg="add mod topLvl">
          <ac:chgData name="EU JIN YANG" userId="6ecede72-313f-4058-8590-064a3244267c" providerId="ADAL" clId="{5732C8DA-0A9E-4302-A174-86AC9E026DD3}" dt="2026-03-16T16:39:21.432" v="2519" actId="164"/>
          <ac:spMkLst>
            <pc:docMk/>
            <pc:sldMk cId="4042548813" sldId="257"/>
            <ac:spMk id="1204" creationId="{9593DCB5-A308-365B-4441-BB811AF74C63}"/>
          </ac:spMkLst>
        </pc:spChg>
        <pc:spChg chg="mod">
          <ac:chgData name="EU JIN YANG" userId="6ecede72-313f-4058-8590-064a3244267c" providerId="ADAL" clId="{5732C8DA-0A9E-4302-A174-86AC9E026DD3}" dt="2026-03-16T16:39:05.948" v="2516" actId="1076"/>
          <ac:spMkLst>
            <pc:docMk/>
            <pc:sldMk cId="4042548813" sldId="257"/>
            <ac:spMk id="1207" creationId="{8E7D3162-B1DF-3FED-0722-E3C95CAA0165}"/>
          </ac:spMkLst>
        </pc:spChg>
        <pc:spChg chg="mod">
          <ac:chgData name="EU JIN YANG" userId="6ecede72-313f-4058-8590-064a3244267c" providerId="ADAL" clId="{5732C8DA-0A9E-4302-A174-86AC9E026DD3}" dt="2026-03-16T16:39:32.191" v="2530" actId="20577"/>
          <ac:spMkLst>
            <pc:docMk/>
            <pc:sldMk cId="4042548813" sldId="257"/>
            <ac:spMk id="1208" creationId="{B63DC502-F12F-4C7A-8F68-930853A0A544}"/>
          </ac:spMkLst>
        </pc:spChg>
        <pc:spChg chg="add del mod">
          <ac:chgData name="EU JIN YANG" userId="6ecede72-313f-4058-8590-064a3244267c" providerId="ADAL" clId="{5732C8DA-0A9E-4302-A174-86AC9E026DD3}" dt="2026-03-16T16:39:39.925" v="2535" actId="478"/>
          <ac:spMkLst>
            <pc:docMk/>
            <pc:sldMk cId="4042548813" sldId="257"/>
            <ac:spMk id="1210" creationId="{0A55D9C0-1BA5-F298-9004-23FD2F741494}"/>
          </ac:spMkLst>
        </pc:spChg>
        <pc:spChg chg="mod">
          <ac:chgData name="EU JIN YANG" userId="6ecede72-313f-4058-8590-064a3244267c" providerId="ADAL" clId="{5732C8DA-0A9E-4302-A174-86AC9E026DD3}" dt="2026-03-16T16:39:35.165" v="2531" actId="6549"/>
          <ac:spMkLst>
            <pc:docMk/>
            <pc:sldMk cId="4042548813" sldId="257"/>
            <ac:spMk id="1212" creationId="{5A259ECC-FF93-BCFE-A963-EA20885FB73E}"/>
          </ac:spMkLst>
        </pc:spChg>
        <pc:spChg chg="mod">
          <ac:chgData name="EU JIN YANG" userId="6ecede72-313f-4058-8590-064a3244267c" providerId="ADAL" clId="{5732C8DA-0A9E-4302-A174-86AC9E026DD3}" dt="2026-03-16T16:39:05.948" v="2516" actId="1076"/>
          <ac:spMkLst>
            <pc:docMk/>
            <pc:sldMk cId="4042548813" sldId="257"/>
            <ac:spMk id="1217" creationId="{A686C851-1519-D78E-6E45-67D4F3424DD8}"/>
          </ac:spMkLst>
        </pc:spChg>
        <pc:spChg chg="mod">
          <ac:chgData name="EU JIN YANG" userId="6ecede72-313f-4058-8590-064a3244267c" providerId="ADAL" clId="{5732C8DA-0A9E-4302-A174-86AC9E026DD3}" dt="2026-03-16T16:39:05.948" v="2516" actId="1076"/>
          <ac:spMkLst>
            <pc:docMk/>
            <pc:sldMk cId="4042548813" sldId="257"/>
            <ac:spMk id="1219" creationId="{4EFEC91F-3FE0-BE90-722E-28E65279D94A}"/>
          </ac:spMkLst>
        </pc:spChg>
        <pc:spChg chg="mod">
          <ac:chgData name="EU JIN YANG" userId="6ecede72-313f-4058-8590-064a3244267c" providerId="ADAL" clId="{5732C8DA-0A9E-4302-A174-86AC9E026DD3}" dt="2026-03-16T16:39:05.948" v="2516" actId="1076"/>
          <ac:spMkLst>
            <pc:docMk/>
            <pc:sldMk cId="4042548813" sldId="257"/>
            <ac:spMk id="1222" creationId="{A7CD364E-105D-FAA6-9033-9347B74B4901}"/>
          </ac:spMkLst>
        </pc:spChg>
        <pc:grpChg chg="mod">
          <ac:chgData name="EU JIN YANG" userId="6ecede72-313f-4058-8590-064a3244267c" providerId="ADAL" clId="{5732C8DA-0A9E-4302-A174-86AC9E026DD3}" dt="2026-03-16T09:09:58.644" v="1737" actId="1037"/>
          <ac:grpSpMkLst>
            <pc:docMk/>
            <pc:sldMk cId="4042548813" sldId="257"/>
            <ac:grpSpMk id="69" creationId="{BCC79CF1-41A9-D7C3-3D70-7476018257A3}"/>
          </ac:grpSpMkLst>
        </pc:grpChg>
        <pc:grpChg chg="mod">
          <ac:chgData name="EU JIN YANG" userId="6ecede72-313f-4058-8590-064a3244267c" providerId="ADAL" clId="{5732C8DA-0A9E-4302-A174-86AC9E026DD3}" dt="2026-03-16T16:16:52.568" v="2374" actId="1076"/>
          <ac:grpSpMkLst>
            <pc:docMk/>
            <pc:sldMk cId="4042548813" sldId="257"/>
            <ac:grpSpMk id="70" creationId="{E667AF6A-2DC1-3522-7ABD-0227AF4B5BD5}"/>
          </ac:grpSpMkLst>
        </pc:grpChg>
        <pc:grpChg chg="mod">
          <ac:chgData name="EU JIN YANG" userId="6ecede72-313f-4058-8590-064a3244267c" providerId="ADAL" clId="{5732C8DA-0A9E-4302-A174-86AC9E026DD3}" dt="2026-03-16T16:38:00.541" v="2506" actId="14100"/>
          <ac:grpSpMkLst>
            <pc:docMk/>
            <pc:sldMk cId="4042548813" sldId="257"/>
            <ac:grpSpMk id="91" creationId="{14084F1C-5D88-11D6-69FA-BAB5B39A1652}"/>
          </ac:grpSpMkLst>
        </pc:grpChg>
        <pc:grpChg chg="del">
          <ac:chgData name="EU JIN YANG" userId="6ecede72-313f-4058-8590-064a3244267c" providerId="ADAL" clId="{5732C8DA-0A9E-4302-A174-86AC9E026DD3}" dt="2026-03-16T09:53:01.254" v="1765" actId="478"/>
          <ac:grpSpMkLst>
            <pc:docMk/>
            <pc:sldMk cId="4042548813" sldId="257"/>
            <ac:grpSpMk id="97" creationId="{6F158559-8E1D-645D-0A62-90B9DA78AD94}"/>
          </ac:grpSpMkLst>
        </pc:grpChg>
        <pc:grpChg chg="del">
          <ac:chgData name="EU JIN YANG" userId="6ecede72-313f-4058-8590-064a3244267c" providerId="ADAL" clId="{5732C8DA-0A9E-4302-A174-86AC9E026DD3}" dt="2026-03-16T09:53:15.919" v="1771" actId="478"/>
          <ac:grpSpMkLst>
            <pc:docMk/>
            <pc:sldMk cId="4042548813" sldId="257"/>
            <ac:grpSpMk id="98" creationId="{86AE4A48-5B02-B713-E68F-EFB232EB2400}"/>
          </ac:grpSpMkLst>
        </pc:grpChg>
        <pc:grpChg chg="mod">
          <ac:chgData name="EU JIN YANG" userId="6ecede72-313f-4058-8590-064a3244267c" providerId="ADAL" clId="{5732C8DA-0A9E-4302-A174-86AC9E026DD3}" dt="2026-03-16T15:30:48.825" v="1800" actId="1076"/>
          <ac:grpSpMkLst>
            <pc:docMk/>
            <pc:sldMk cId="4042548813" sldId="257"/>
            <ac:grpSpMk id="98" creationId="{EBE605C4-F771-FC91-309D-68D67E207DA4}"/>
          </ac:grpSpMkLst>
        </pc:grpChg>
        <pc:grpChg chg="add del">
          <ac:chgData name="EU JIN YANG" userId="6ecede72-313f-4058-8590-064a3244267c" providerId="ADAL" clId="{5732C8DA-0A9E-4302-A174-86AC9E026DD3}" dt="2026-03-16T09:37:45.466" v="1758" actId="478"/>
          <ac:grpSpMkLst>
            <pc:docMk/>
            <pc:sldMk cId="4042548813" sldId="257"/>
            <ac:grpSpMk id="99" creationId="{157A601D-1440-EFD0-4DB0-050576D25B55}"/>
          </ac:grpSpMkLst>
        </pc:grpChg>
        <pc:grpChg chg="mod">
          <ac:chgData name="EU JIN YANG" userId="6ecede72-313f-4058-8590-064a3244267c" providerId="ADAL" clId="{5732C8DA-0A9E-4302-A174-86AC9E026DD3}" dt="2026-03-16T16:37:56.913" v="2504" actId="14100"/>
          <ac:grpSpMkLst>
            <pc:docMk/>
            <pc:sldMk cId="4042548813" sldId="257"/>
            <ac:grpSpMk id="99" creationId="{2BEB2444-D9D3-6BF6-7B1C-CC19683B8110}"/>
          </ac:grpSpMkLst>
        </pc:grpChg>
        <pc:grpChg chg="del">
          <ac:chgData name="EU JIN YANG" userId="6ecede72-313f-4058-8590-064a3244267c" providerId="ADAL" clId="{5732C8DA-0A9E-4302-A174-86AC9E026DD3}" dt="2026-03-16T09:53:14.243" v="1770" actId="478"/>
          <ac:grpSpMkLst>
            <pc:docMk/>
            <pc:sldMk cId="4042548813" sldId="257"/>
            <ac:grpSpMk id="103" creationId="{9F2A5B8C-031A-9AAB-C9CB-40DE2589C737}"/>
          </ac:grpSpMkLst>
        </pc:grpChg>
        <pc:grpChg chg="del">
          <ac:chgData name="EU JIN YANG" userId="6ecede72-313f-4058-8590-064a3244267c" providerId="ADAL" clId="{5732C8DA-0A9E-4302-A174-86AC9E026DD3}" dt="2026-03-16T09:36:57.665" v="1755" actId="478"/>
          <ac:grpSpMkLst>
            <pc:docMk/>
            <pc:sldMk cId="4042548813" sldId="257"/>
            <ac:grpSpMk id="104" creationId="{966928E0-9066-D578-83F7-43C073020DB9}"/>
          </ac:grpSpMkLst>
        </pc:grpChg>
        <pc:grpChg chg="del">
          <ac:chgData name="EU JIN YANG" userId="6ecede72-313f-4058-8590-064a3244267c" providerId="ADAL" clId="{5732C8DA-0A9E-4302-A174-86AC9E026DD3}" dt="2026-03-16T09:53:10.035" v="1768" actId="478"/>
          <ac:grpSpMkLst>
            <pc:docMk/>
            <pc:sldMk cId="4042548813" sldId="257"/>
            <ac:grpSpMk id="105" creationId="{4DB4DC60-DB71-4952-741E-2330A603994F}"/>
          </ac:grpSpMkLst>
        </pc:grpChg>
        <pc:grpChg chg="del">
          <ac:chgData name="EU JIN YANG" userId="6ecede72-313f-4058-8590-064a3244267c" providerId="ADAL" clId="{5732C8DA-0A9E-4302-A174-86AC9E026DD3}" dt="2026-03-16T15:40:54.594" v="1975" actId="478"/>
          <ac:grpSpMkLst>
            <pc:docMk/>
            <pc:sldMk cId="4042548813" sldId="257"/>
            <ac:grpSpMk id="105" creationId="{64593F8D-B3CB-FA77-4768-BF051A590F0F}"/>
          </ac:grpSpMkLst>
        </pc:grpChg>
        <pc:grpChg chg="add del mod">
          <ac:chgData name="EU JIN YANG" userId="6ecede72-313f-4058-8590-064a3244267c" providerId="ADAL" clId="{5732C8DA-0A9E-4302-A174-86AC9E026DD3}" dt="2026-03-17T09:03:13.114" v="3676" actId="165"/>
          <ac:grpSpMkLst>
            <pc:docMk/>
            <pc:sldMk cId="4042548813" sldId="257"/>
            <ac:grpSpMk id="105" creationId="{81BD6EE3-C73F-62DC-F4F0-98251AAE8DB1}"/>
          </ac:grpSpMkLst>
        </pc:grpChg>
        <pc:grpChg chg="add del">
          <ac:chgData name="EU JIN YANG" userId="6ecede72-313f-4058-8590-064a3244267c" providerId="ADAL" clId="{5732C8DA-0A9E-4302-A174-86AC9E026DD3}" dt="2026-03-16T09:52:57.882" v="1763" actId="478"/>
          <ac:grpSpMkLst>
            <pc:docMk/>
            <pc:sldMk cId="4042548813" sldId="257"/>
            <ac:grpSpMk id="106" creationId="{0BC5F1B3-AA0C-CA6C-FA30-88CFB2884BE0}"/>
          </ac:grpSpMkLst>
        </pc:grpChg>
        <pc:grpChg chg="del">
          <ac:chgData name="EU JIN YANG" userId="6ecede72-313f-4058-8590-064a3244267c" providerId="ADAL" clId="{5732C8DA-0A9E-4302-A174-86AC9E026DD3}" dt="2026-03-16T09:53:16.866" v="1772" actId="478"/>
          <ac:grpSpMkLst>
            <pc:docMk/>
            <pc:sldMk cId="4042548813" sldId="257"/>
            <ac:grpSpMk id="107" creationId="{272C2AC7-2BFD-439E-2646-F2E8CD40E0E3}"/>
          </ac:grpSpMkLst>
        </pc:grpChg>
        <pc:grpChg chg="mod">
          <ac:chgData name="EU JIN YANG" userId="6ecede72-313f-4058-8590-064a3244267c" providerId="ADAL" clId="{5732C8DA-0A9E-4302-A174-86AC9E026DD3}" dt="2026-03-16T16:16:52.568" v="2374" actId="1076"/>
          <ac:grpSpMkLst>
            <pc:docMk/>
            <pc:sldMk cId="4042548813" sldId="257"/>
            <ac:grpSpMk id="109" creationId="{D2B67FB6-EEF8-40CF-6B1B-4AB91BB0ED20}"/>
          </ac:grpSpMkLst>
        </pc:grpChg>
        <pc:grpChg chg="add del">
          <ac:chgData name="EU JIN YANG" userId="6ecede72-313f-4058-8590-064a3244267c" providerId="ADAL" clId="{5732C8DA-0A9E-4302-A174-86AC9E026DD3}" dt="2026-03-16T09:52:54.301" v="1761" actId="478"/>
          <ac:grpSpMkLst>
            <pc:docMk/>
            <pc:sldMk cId="4042548813" sldId="257"/>
            <ac:grpSpMk id="111" creationId="{ED83C0EE-268D-AB7C-792E-B65CE5B3DA06}"/>
          </ac:grpSpMkLst>
        </pc:grpChg>
        <pc:grpChg chg="del">
          <ac:chgData name="EU JIN YANG" userId="6ecede72-313f-4058-8590-064a3244267c" providerId="ADAL" clId="{5732C8DA-0A9E-4302-A174-86AC9E026DD3}" dt="2026-03-16T09:53:17.726" v="1773" actId="478"/>
          <ac:grpSpMkLst>
            <pc:docMk/>
            <pc:sldMk cId="4042548813" sldId="257"/>
            <ac:grpSpMk id="112" creationId="{AA0CFED1-C458-280C-0A6A-C41BA69EB0D7}"/>
          </ac:grpSpMkLst>
        </pc:grpChg>
        <pc:grpChg chg="del">
          <ac:chgData name="EU JIN YANG" userId="6ecede72-313f-4058-8590-064a3244267c" providerId="ADAL" clId="{5732C8DA-0A9E-4302-A174-86AC9E026DD3}" dt="2026-03-16T15:56:07.664" v="2171" actId="478"/>
          <ac:grpSpMkLst>
            <pc:docMk/>
            <pc:sldMk cId="4042548813" sldId="257"/>
            <ac:grpSpMk id="112" creationId="{DAA14FED-23AE-EB53-D66A-D57188409C31}"/>
          </ac:grpSpMkLst>
        </pc:grpChg>
        <pc:grpChg chg="del">
          <ac:chgData name="EU JIN YANG" userId="6ecede72-313f-4058-8590-064a3244267c" providerId="ADAL" clId="{5732C8DA-0A9E-4302-A174-86AC9E026DD3}" dt="2026-03-16T09:36:54.238" v="1754" actId="478"/>
          <ac:grpSpMkLst>
            <pc:docMk/>
            <pc:sldMk cId="4042548813" sldId="257"/>
            <ac:grpSpMk id="114" creationId="{5D8FD249-91BE-5B3F-5DF1-8C03133F8F0F}"/>
          </ac:grpSpMkLst>
        </pc:grpChg>
        <pc:grpChg chg="del mod">
          <ac:chgData name="EU JIN YANG" userId="6ecede72-313f-4058-8590-064a3244267c" providerId="ADAL" clId="{5732C8DA-0A9E-4302-A174-86AC9E026DD3}" dt="2026-03-16T16:02:48.774" v="2231" actId="165"/>
          <ac:grpSpMkLst>
            <pc:docMk/>
            <pc:sldMk cId="4042548813" sldId="257"/>
            <ac:grpSpMk id="115" creationId="{3257DE0E-3C60-BFE7-47E6-11DB9A8D191F}"/>
          </ac:grpSpMkLst>
        </pc:grpChg>
        <pc:grpChg chg="del">
          <ac:chgData name="EU JIN YANG" userId="6ecede72-313f-4058-8590-064a3244267c" providerId="ADAL" clId="{5732C8DA-0A9E-4302-A174-86AC9E026DD3}" dt="2026-03-16T09:53:07.189" v="1767" actId="478"/>
          <ac:grpSpMkLst>
            <pc:docMk/>
            <pc:sldMk cId="4042548813" sldId="257"/>
            <ac:grpSpMk id="115" creationId="{D0033E29-2272-39D2-F892-76742496BFD3}"/>
          </ac:grpSpMkLst>
        </pc:grpChg>
        <pc:grpChg chg="del">
          <ac:chgData name="EU JIN YANG" userId="6ecede72-313f-4058-8590-064a3244267c" providerId="ADAL" clId="{5732C8DA-0A9E-4302-A174-86AC9E026DD3}" dt="2026-03-16T16:16:13.399" v="2370" actId="478"/>
          <ac:grpSpMkLst>
            <pc:docMk/>
            <pc:sldMk cId="4042548813" sldId="257"/>
            <ac:grpSpMk id="117" creationId="{E5803662-A7DA-DFF3-201C-2C6523466A56}"/>
          </ac:grpSpMkLst>
        </pc:grpChg>
        <pc:grpChg chg="del">
          <ac:chgData name="EU JIN YANG" userId="6ecede72-313f-4058-8590-064a3244267c" providerId="ADAL" clId="{5732C8DA-0A9E-4302-A174-86AC9E026DD3}" dt="2026-03-16T16:16:14.299" v="2371" actId="478"/>
          <ac:grpSpMkLst>
            <pc:docMk/>
            <pc:sldMk cId="4042548813" sldId="257"/>
            <ac:grpSpMk id="126" creationId="{FC999213-D39B-359B-790D-F59EDA249B76}"/>
          </ac:grpSpMkLst>
        </pc:grpChg>
        <pc:grpChg chg="add del mod">
          <ac:chgData name="EU JIN YANG" userId="6ecede72-313f-4058-8590-064a3244267c" providerId="ADAL" clId="{5732C8DA-0A9E-4302-A174-86AC9E026DD3}" dt="2026-03-17T09:08:55.393" v="3779" actId="165"/>
          <ac:grpSpMkLst>
            <pc:docMk/>
            <pc:sldMk cId="4042548813" sldId="257"/>
            <ac:grpSpMk id="1034" creationId="{2D447C2F-B23C-DD24-5F15-0F51FD55D578}"/>
          </ac:grpSpMkLst>
        </pc:grpChg>
        <pc:grpChg chg="del mod topLvl">
          <ac:chgData name="EU JIN YANG" userId="6ecede72-313f-4058-8590-064a3244267c" providerId="ADAL" clId="{5732C8DA-0A9E-4302-A174-86AC9E026DD3}" dt="2026-03-16T16:02:51.834" v="2232" actId="478"/>
          <ac:grpSpMkLst>
            <pc:docMk/>
            <pc:sldMk cId="4042548813" sldId="257"/>
            <ac:grpSpMk id="1034" creationId="{4F31D4C1-EDEE-CB9B-8636-54B87926892A}"/>
          </ac:grpSpMkLst>
        </pc:grpChg>
        <pc:grpChg chg="add del mod">
          <ac:chgData name="EU JIN YANG" userId="6ecede72-313f-4058-8590-064a3244267c" providerId="ADAL" clId="{5732C8DA-0A9E-4302-A174-86AC9E026DD3}" dt="2026-03-17T09:10:23.529" v="3803" actId="165"/>
          <ac:grpSpMkLst>
            <pc:docMk/>
            <pc:sldMk cId="4042548813" sldId="257"/>
            <ac:grpSpMk id="1039" creationId="{6C3D5C57-52CA-708A-B7E0-A427502912E4}"/>
          </ac:grpSpMkLst>
        </pc:grpChg>
        <pc:grpChg chg="add mod">
          <ac:chgData name="EU JIN YANG" userId="6ecede72-313f-4058-8590-064a3244267c" providerId="ADAL" clId="{5732C8DA-0A9E-4302-A174-86AC9E026DD3}" dt="2026-03-17T06:56:25.249" v="3562" actId="164"/>
          <ac:grpSpMkLst>
            <pc:docMk/>
            <pc:sldMk cId="4042548813" sldId="257"/>
            <ac:grpSpMk id="1040" creationId="{CE96390E-A546-36A0-F1E4-CDE5925F2AC8}"/>
          </ac:grpSpMkLst>
        </pc:grpChg>
        <pc:grpChg chg="add del mod">
          <ac:chgData name="EU JIN YANG" userId="6ecede72-313f-4058-8590-064a3244267c" providerId="ADAL" clId="{5732C8DA-0A9E-4302-A174-86AC9E026DD3}" dt="2026-03-16T16:38:53.284" v="2514" actId="478"/>
          <ac:grpSpMkLst>
            <pc:docMk/>
            <pc:sldMk cId="4042548813" sldId="257"/>
            <ac:grpSpMk id="1047" creationId="{CA524E7C-6C11-6E37-82BD-1F09D0396138}"/>
          </ac:grpSpMkLst>
        </pc:grpChg>
        <pc:grpChg chg="mod">
          <ac:chgData name="EU JIN YANG" userId="6ecede72-313f-4058-8590-064a3244267c" providerId="ADAL" clId="{5732C8DA-0A9E-4302-A174-86AC9E026DD3}" dt="2026-03-16T15:29:56.818" v="1793" actId="164"/>
          <ac:grpSpMkLst>
            <pc:docMk/>
            <pc:sldMk cId="4042548813" sldId="257"/>
            <ac:grpSpMk id="1057" creationId="{ED4C18D0-0181-8050-CEE6-5BCE6243D1B7}"/>
          </ac:grpSpMkLst>
        </pc:grpChg>
        <pc:grpChg chg="mod">
          <ac:chgData name="EU JIN YANG" userId="6ecede72-313f-4058-8590-064a3244267c" providerId="ADAL" clId="{5732C8DA-0A9E-4302-A174-86AC9E026DD3}" dt="2026-03-16T15:29:56.818" v="1793" actId="164"/>
          <ac:grpSpMkLst>
            <pc:docMk/>
            <pc:sldMk cId="4042548813" sldId="257"/>
            <ac:grpSpMk id="1078" creationId="{A555DCDF-94E4-D820-4304-551523A6DBBC}"/>
          </ac:grpSpMkLst>
        </pc:grpChg>
        <pc:grpChg chg="del">
          <ac:chgData name="EU JIN YANG" userId="6ecede72-313f-4058-8590-064a3244267c" providerId="ADAL" clId="{5732C8DA-0A9E-4302-A174-86AC9E026DD3}" dt="2026-03-16T15:02:46.088" v="1784" actId="478"/>
          <ac:grpSpMkLst>
            <pc:docMk/>
            <pc:sldMk cId="4042548813" sldId="257"/>
            <ac:grpSpMk id="1098" creationId="{FBAE7A8F-7CA5-8E70-1B97-54B85341706F}"/>
          </ac:grpSpMkLst>
        </pc:grpChg>
        <pc:grpChg chg="add mod">
          <ac:chgData name="EU JIN YANG" userId="6ecede72-313f-4058-8590-064a3244267c" providerId="ADAL" clId="{5732C8DA-0A9E-4302-A174-86AC9E026DD3}" dt="2026-03-16T16:05:34.949" v="2258" actId="164"/>
          <ac:grpSpMkLst>
            <pc:docMk/>
            <pc:sldMk cId="4042548813" sldId="257"/>
            <ac:grpSpMk id="1103" creationId="{8A244F72-BF07-69FB-127D-187B40CA4158}"/>
          </ac:grpSpMkLst>
        </pc:grpChg>
        <pc:grpChg chg="add mod">
          <ac:chgData name="EU JIN YANG" userId="6ecede72-313f-4058-8590-064a3244267c" providerId="ADAL" clId="{5732C8DA-0A9E-4302-A174-86AC9E026DD3}" dt="2026-03-16T16:06:09.319" v="2263" actId="1076"/>
          <ac:grpSpMkLst>
            <pc:docMk/>
            <pc:sldMk cId="4042548813" sldId="257"/>
            <ac:grpSpMk id="1104" creationId="{CA1AFF43-7840-D6D2-A9E8-A0149271DB77}"/>
          </ac:grpSpMkLst>
        </pc:grpChg>
        <pc:grpChg chg="del mod">
          <ac:chgData name="EU JIN YANG" userId="6ecede72-313f-4058-8590-064a3244267c" providerId="ADAL" clId="{5732C8DA-0A9E-4302-A174-86AC9E026DD3}" dt="2026-03-16T16:33:19.286" v="2433" actId="478"/>
          <ac:grpSpMkLst>
            <pc:docMk/>
            <pc:sldMk cId="4042548813" sldId="257"/>
            <ac:grpSpMk id="1105" creationId="{7DB83450-E917-41D1-9678-C536EFB8B29B}"/>
          </ac:grpSpMkLst>
        </pc:grpChg>
        <pc:grpChg chg="add mod">
          <ac:chgData name="EU JIN YANG" userId="6ecede72-313f-4058-8590-064a3244267c" providerId="ADAL" clId="{5732C8DA-0A9E-4302-A174-86AC9E026DD3}" dt="2026-03-17T06:56:05.255" v="3556" actId="12788"/>
          <ac:grpSpMkLst>
            <pc:docMk/>
            <pc:sldMk cId="4042548813" sldId="257"/>
            <ac:grpSpMk id="1108" creationId="{BDF0A105-51D7-D3B7-D34F-F52973315846}"/>
          </ac:grpSpMkLst>
        </pc:grpChg>
        <pc:grpChg chg="add mod">
          <ac:chgData name="EU JIN YANG" userId="6ecede72-313f-4058-8590-064a3244267c" providerId="ADAL" clId="{5732C8DA-0A9E-4302-A174-86AC9E026DD3}" dt="2026-03-17T05:53:48.946" v="3388" actId="1037"/>
          <ac:grpSpMkLst>
            <pc:docMk/>
            <pc:sldMk cId="4042548813" sldId="257"/>
            <ac:grpSpMk id="1111" creationId="{8371D6CD-B22B-FFF0-1814-085140291A97}"/>
          </ac:grpSpMkLst>
        </pc:grpChg>
        <pc:grpChg chg="add mod">
          <ac:chgData name="EU JIN YANG" userId="6ecede72-313f-4058-8590-064a3244267c" providerId="ADAL" clId="{5732C8DA-0A9E-4302-A174-86AC9E026DD3}" dt="2026-03-17T05:53:48.946" v="3388" actId="1037"/>
          <ac:grpSpMkLst>
            <pc:docMk/>
            <pc:sldMk cId="4042548813" sldId="257"/>
            <ac:grpSpMk id="1112" creationId="{3ECECAC4-CB32-A18B-E356-307124546F62}"/>
          </ac:grpSpMkLst>
        </pc:grpChg>
        <pc:grpChg chg="add mod">
          <ac:chgData name="EU JIN YANG" userId="6ecede72-313f-4058-8590-064a3244267c" providerId="ADAL" clId="{5732C8DA-0A9E-4302-A174-86AC9E026DD3}" dt="2026-03-17T05:53:48.946" v="3388" actId="1037"/>
          <ac:grpSpMkLst>
            <pc:docMk/>
            <pc:sldMk cId="4042548813" sldId="257"/>
            <ac:grpSpMk id="1114" creationId="{555F718E-2345-4359-F9BB-9B788A446084}"/>
          </ac:grpSpMkLst>
        </pc:grpChg>
        <pc:grpChg chg="add del mod">
          <ac:chgData name="EU JIN YANG" userId="6ecede72-313f-4058-8590-064a3244267c" providerId="ADAL" clId="{5732C8DA-0A9E-4302-A174-86AC9E026DD3}" dt="2026-03-16T16:11:11.004" v="2334" actId="165"/>
          <ac:grpSpMkLst>
            <pc:docMk/>
            <pc:sldMk cId="4042548813" sldId="257"/>
            <ac:grpSpMk id="1114" creationId="{58ECF30F-A2D7-64A3-74BE-59B51340229C}"/>
          </ac:grpSpMkLst>
        </pc:grpChg>
        <pc:grpChg chg="add mod">
          <ac:chgData name="EU JIN YANG" userId="6ecede72-313f-4058-8590-064a3244267c" providerId="ADAL" clId="{5732C8DA-0A9E-4302-A174-86AC9E026DD3}" dt="2026-03-16T16:19:07.662" v="2378" actId="164"/>
          <ac:grpSpMkLst>
            <pc:docMk/>
            <pc:sldMk cId="4042548813" sldId="257"/>
            <ac:grpSpMk id="1118" creationId="{143C820C-8D6D-7035-A87E-B4711415482A}"/>
          </ac:grpSpMkLst>
        </pc:grpChg>
        <pc:grpChg chg="add mod">
          <ac:chgData name="EU JIN YANG" userId="6ecede72-313f-4058-8590-064a3244267c" providerId="ADAL" clId="{5732C8DA-0A9E-4302-A174-86AC9E026DD3}" dt="2026-03-16T16:26:30.589" v="2388" actId="12788"/>
          <ac:grpSpMkLst>
            <pc:docMk/>
            <pc:sldMk cId="4042548813" sldId="257"/>
            <ac:grpSpMk id="1121" creationId="{20729521-0FEF-9258-5668-0F7C6DB9AD7D}"/>
          </ac:grpSpMkLst>
        </pc:grpChg>
        <pc:grpChg chg="add mod">
          <ac:chgData name="EU JIN YANG" userId="6ecede72-313f-4058-8590-064a3244267c" providerId="ADAL" clId="{5732C8DA-0A9E-4302-A174-86AC9E026DD3}" dt="2026-03-16T16:26:30.589" v="2388" actId="12788"/>
          <ac:grpSpMkLst>
            <pc:docMk/>
            <pc:sldMk cId="4042548813" sldId="257"/>
            <ac:grpSpMk id="1122" creationId="{A5754DF9-35D9-C1CB-CC28-5BE8DDEA55C7}"/>
          </ac:grpSpMkLst>
        </pc:grpChg>
        <pc:grpChg chg="add mod">
          <ac:chgData name="EU JIN YANG" userId="6ecede72-313f-4058-8590-064a3244267c" providerId="ADAL" clId="{5732C8DA-0A9E-4302-A174-86AC9E026DD3}" dt="2026-03-16T16:26:30.589" v="2388" actId="12788"/>
          <ac:grpSpMkLst>
            <pc:docMk/>
            <pc:sldMk cId="4042548813" sldId="257"/>
            <ac:grpSpMk id="1123" creationId="{C48BD40D-7706-A24A-3E1A-4C6C338EFFD7}"/>
          </ac:grpSpMkLst>
        </pc:grpChg>
        <pc:grpChg chg="add del mod">
          <ac:chgData name="EU JIN YANG" userId="6ecede72-313f-4058-8590-064a3244267c" providerId="ADAL" clId="{5732C8DA-0A9E-4302-A174-86AC9E026DD3}" dt="2026-03-16T16:34:07.080" v="2443" actId="478"/>
          <ac:grpSpMkLst>
            <pc:docMk/>
            <pc:sldMk cId="4042548813" sldId="257"/>
            <ac:grpSpMk id="1124" creationId="{CA524E7C-6C11-6E37-82BD-1F09D0396138}"/>
          </ac:grpSpMkLst>
        </pc:grpChg>
        <pc:grpChg chg="mod">
          <ac:chgData name="EU JIN YANG" userId="6ecede72-313f-4058-8590-064a3244267c" providerId="ADAL" clId="{5732C8DA-0A9E-4302-A174-86AC9E026DD3}" dt="2026-03-16T16:33:30.809" v="2438"/>
          <ac:grpSpMkLst>
            <pc:docMk/>
            <pc:sldMk cId="4042548813" sldId="257"/>
            <ac:grpSpMk id="1125" creationId="{DECFCECC-A8BB-2659-64AD-9BB8FD20988E}"/>
          </ac:grpSpMkLst>
        </pc:grpChg>
        <pc:grpChg chg="add del mod">
          <ac:chgData name="EU JIN YANG" userId="6ecede72-313f-4058-8590-064a3244267c" providerId="ADAL" clId="{5732C8DA-0A9E-4302-A174-86AC9E026DD3}" dt="2026-03-16T16:36:08.432" v="2481" actId="478"/>
          <ac:grpSpMkLst>
            <pc:docMk/>
            <pc:sldMk cId="4042548813" sldId="257"/>
            <ac:grpSpMk id="1130" creationId="{10924977-CE03-3A19-9528-B901E7D4A176}"/>
          </ac:grpSpMkLst>
        </pc:grpChg>
        <pc:grpChg chg="add del mod topLvl">
          <ac:chgData name="EU JIN YANG" userId="6ecede72-313f-4058-8590-064a3244267c" providerId="ADAL" clId="{5732C8DA-0A9E-4302-A174-86AC9E026DD3}" dt="2026-03-16T16:39:21.432" v="2519" actId="164"/>
          <ac:grpSpMkLst>
            <pc:docMk/>
            <pc:sldMk cId="4042548813" sldId="257"/>
            <ac:grpSpMk id="1131" creationId="{77959790-4C3A-9F1A-09DC-D27C740D2078}"/>
          </ac:grpSpMkLst>
        </pc:grpChg>
        <pc:grpChg chg="del">
          <ac:chgData name="EU JIN YANG" userId="6ecede72-313f-4058-8590-064a3244267c" providerId="ADAL" clId="{5732C8DA-0A9E-4302-A174-86AC9E026DD3}" dt="2026-03-16T16:35:36.867" v="2463" actId="478"/>
          <ac:grpSpMkLst>
            <pc:docMk/>
            <pc:sldMk cId="4042548813" sldId="257"/>
            <ac:grpSpMk id="1134" creationId="{0CE9331F-3CA8-0500-8040-9F3DA027C59D}"/>
          </ac:grpSpMkLst>
        </pc:grpChg>
        <pc:grpChg chg="del">
          <ac:chgData name="EU JIN YANG" userId="6ecede72-313f-4058-8590-064a3244267c" providerId="ADAL" clId="{5732C8DA-0A9E-4302-A174-86AC9E026DD3}" dt="2026-03-16T16:36:00.894" v="2475" actId="478"/>
          <ac:grpSpMkLst>
            <pc:docMk/>
            <pc:sldMk cId="4042548813" sldId="257"/>
            <ac:grpSpMk id="1138" creationId="{6C8A463E-9CC9-D60E-2D2F-974B5DBA0762}"/>
          </ac:grpSpMkLst>
        </pc:grpChg>
        <pc:grpChg chg="del">
          <ac:chgData name="EU JIN YANG" userId="6ecede72-313f-4058-8590-064a3244267c" providerId="ADAL" clId="{5732C8DA-0A9E-4302-A174-86AC9E026DD3}" dt="2026-03-16T16:35:43.169" v="2466" actId="478"/>
          <ac:grpSpMkLst>
            <pc:docMk/>
            <pc:sldMk cId="4042548813" sldId="257"/>
            <ac:grpSpMk id="1140" creationId="{27CD4D8E-4AA7-D29F-EFE1-FBC442568BD6}"/>
          </ac:grpSpMkLst>
        </pc:grpChg>
        <pc:grpChg chg="del">
          <ac:chgData name="EU JIN YANG" userId="6ecede72-313f-4058-8590-064a3244267c" providerId="ADAL" clId="{5732C8DA-0A9E-4302-A174-86AC9E026DD3}" dt="2026-03-16T16:35:47.942" v="2468" actId="478"/>
          <ac:grpSpMkLst>
            <pc:docMk/>
            <pc:sldMk cId="4042548813" sldId="257"/>
            <ac:grpSpMk id="1143" creationId="{2308DA1C-581B-4FCB-2935-84B738EAD4B3}"/>
          </ac:grpSpMkLst>
        </pc:grpChg>
        <pc:grpChg chg="del mod">
          <ac:chgData name="EU JIN YANG" userId="6ecede72-313f-4058-8590-064a3244267c" providerId="ADAL" clId="{5732C8DA-0A9E-4302-A174-86AC9E026DD3}" dt="2026-03-16T16:35:02.589" v="2452" actId="478"/>
          <ac:grpSpMkLst>
            <pc:docMk/>
            <pc:sldMk cId="4042548813" sldId="257"/>
            <ac:grpSpMk id="1179" creationId="{109BF549-53B6-93DA-1E90-A869D5EF5B7A}"/>
          </ac:grpSpMkLst>
        </pc:grpChg>
        <pc:grpChg chg="add del mod">
          <ac:chgData name="EU JIN YANG" userId="6ecede72-313f-4058-8590-064a3244267c" providerId="ADAL" clId="{5732C8DA-0A9E-4302-A174-86AC9E026DD3}" dt="2026-03-16T16:37:07.459" v="2493" actId="165"/>
          <ac:grpSpMkLst>
            <pc:docMk/>
            <pc:sldMk cId="4042548813" sldId="257"/>
            <ac:grpSpMk id="1205" creationId="{92A11F44-AB3D-7D4A-9FBD-0553F7D1CA6E}"/>
          </ac:grpSpMkLst>
        </pc:grpChg>
        <pc:grpChg chg="add del">
          <ac:chgData name="EU JIN YANG" userId="6ecede72-313f-4058-8590-064a3244267c" providerId="ADAL" clId="{5732C8DA-0A9E-4302-A174-86AC9E026DD3}" dt="2026-03-17T09:01:05.019" v="3627" actId="478"/>
          <ac:grpSpMkLst>
            <pc:docMk/>
            <pc:sldMk cId="4042548813" sldId="257"/>
            <ac:grpSpMk id="1206" creationId="{F559A860-FCEC-B162-E767-CF96E7215162}"/>
          </ac:grpSpMkLst>
        </pc:grpChg>
        <pc:grpChg chg="del">
          <ac:chgData name="EU JIN YANG" userId="6ecede72-313f-4058-8590-064a3244267c" providerId="ADAL" clId="{5732C8DA-0A9E-4302-A174-86AC9E026DD3}" dt="2026-03-16T16:39:36.900" v="2532" actId="478"/>
          <ac:grpSpMkLst>
            <pc:docMk/>
            <pc:sldMk cId="4042548813" sldId="257"/>
            <ac:grpSpMk id="1211" creationId="{507A3105-5D7A-1E89-3D9E-65B2B5B0809A}"/>
          </ac:grpSpMkLst>
        </pc:grpChg>
        <pc:grpChg chg="del">
          <ac:chgData name="EU JIN YANG" userId="6ecede72-313f-4058-8590-064a3244267c" providerId="ADAL" clId="{5732C8DA-0A9E-4302-A174-86AC9E026DD3}" dt="2026-03-16T16:39:41.914" v="2537" actId="478"/>
          <ac:grpSpMkLst>
            <pc:docMk/>
            <pc:sldMk cId="4042548813" sldId="257"/>
            <ac:grpSpMk id="1214" creationId="{5AAAB545-CE31-A683-F67B-CBF39384CDB3}"/>
          </ac:grpSpMkLst>
        </pc:grpChg>
        <pc:grpChg chg="del">
          <ac:chgData name="EU JIN YANG" userId="6ecede72-313f-4058-8590-064a3244267c" providerId="ADAL" clId="{5732C8DA-0A9E-4302-A174-86AC9E026DD3}" dt="2026-03-16T16:39:37.979" v="2533" actId="478"/>
          <ac:grpSpMkLst>
            <pc:docMk/>
            <pc:sldMk cId="4042548813" sldId="257"/>
            <ac:grpSpMk id="1221" creationId="{3708FC7A-6E5B-CEF3-8BCB-1BD4F6864FBA}"/>
          </ac:grpSpMkLst>
        </pc:grpChg>
        <pc:grpChg chg="add mod">
          <ac:chgData name="EU JIN YANG" userId="6ecede72-313f-4058-8590-064a3244267c" providerId="ADAL" clId="{5732C8DA-0A9E-4302-A174-86AC9E026DD3}" dt="2026-03-17T09:01:17.138" v="3628" actId="1076"/>
          <ac:grpSpMkLst>
            <pc:docMk/>
            <pc:sldMk cId="4042548813" sldId="257"/>
            <ac:grpSpMk id="1224" creationId="{D29CCA12-78F4-052D-75E9-1A45F399E0ED}"/>
          </ac:grpSpMkLst>
        </pc:grpChg>
        <pc:graphicFrameChg chg="del mod">
          <ac:chgData name="EU JIN YANG" userId="6ecede72-313f-4058-8590-064a3244267c" providerId="ADAL" clId="{5732C8DA-0A9E-4302-A174-86AC9E026DD3}" dt="2026-03-16T16:33:19.286" v="2433" actId="478"/>
          <ac:graphicFrameMkLst>
            <pc:docMk/>
            <pc:sldMk cId="4042548813" sldId="257"/>
            <ac:graphicFrameMk id="1108" creationId="{283EFA22-22CF-F2B8-96DF-80FEA70C8E53}"/>
          </ac:graphicFrameMkLst>
        </pc:graphicFrameChg>
        <pc:picChg chg="add mod">
          <ac:chgData name="EU JIN YANG" userId="6ecede72-313f-4058-8590-064a3244267c" providerId="ADAL" clId="{5732C8DA-0A9E-4302-A174-86AC9E026DD3}" dt="2026-03-17T06:56:05.255" v="3556" actId="12788"/>
          <ac:picMkLst>
            <pc:docMk/>
            <pc:sldMk cId="4042548813" sldId="257"/>
            <ac:picMk id="2" creationId="{6C2CB96D-6FF7-FC2A-E043-198BE0F4DB65}"/>
          </ac:picMkLst>
        </pc:picChg>
        <pc:picChg chg="add del mod">
          <ac:chgData name="EU JIN YANG" userId="6ecede72-313f-4058-8590-064a3244267c" providerId="ADAL" clId="{5732C8DA-0A9E-4302-A174-86AC9E026DD3}" dt="2026-03-17T04:21:27.894" v="2735" actId="478"/>
          <ac:picMkLst>
            <pc:docMk/>
            <pc:sldMk cId="4042548813" sldId="257"/>
            <ac:picMk id="13" creationId="{1F261351-1775-2D6D-41A9-96207D11FC7E}"/>
          </ac:picMkLst>
        </pc:picChg>
        <pc:picChg chg="add mod ord topLvl modCrop">
          <ac:chgData name="EU JIN YANG" userId="6ecede72-313f-4058-8590-064a3244267c" providerId="ADAL" clId="{5732C8DA-0A9E-4302-A174-86AC9E026DD3}" dt="2026-03-17T09:10:23.529" v="3803" actId="165"/>
          <ac:picMkLst>
            <pc:docMk/>
            <pc:sldMk cId="4042548813" sldId="257"/>
            <ac:picMk id="13" creationId="{4EF93425-81E5-5BCB-65BC-D6C98A0B737B}"/>
          </ac:picMkLst>
        </pc:picChg>
        <pc:picChg chg="add mod ord topLvl modCrop">
          <ac:chgData name="EU JIN YANG" userId="6ecede72-313f-4058-8590-064a3244267c" providerId="ADAL" clId="{5732C8DA-0A9E-4302-A174-86AC9E026DD3}" dt="2026-03-17T09:10:23.529" v="3803" actId="165"/>
          <ac:picMkLst>
            <pc:docMk/>
            <pc:sldMk cId="4042548813" sldId="257"/>
            <ac:picMk id="37" creationId="{45E95D83-1D22-0FE2-3EFB-89B15FCDCB32}"/>
          </ac:picMkLst>
        </pc:picChg>
        <pc:picChg chg="mod">
          <ac:chgData name="EU JIN YANG" userId="6ecede72-313f-4058-8590-064a3244267c" providerId="ADAL" clId="{5732C8DA-0A9E-4302-A174-86AC9E026DD3}" dt="2026-03-16T09:10:42.097" v="1749" actId="1036"/>
          <ac:picMkLst>
            <pc:docMk/>
            <pc:sldMk cId="4042548813" sldId="257"/>
            <ac:picMk id="39" creationId="{2F778064-7598-77E2-5633-66FEDD229178}"/>
          </ac:picMkLst>
        </pc:picChg>
        <pc:picChg chg="add mod ord topLvl modCrop">
          <ac:chgData name="EU JIN YANG" userId="6ecede72-313f-4058-8590-064a3244267c" providerId="ADAL" clId="{5732C8DA-0A9E-4302-A174-86AC9E026DD3}" dt="2026-03-17T09:10:23.529" v="3803" actId="165"/>
          <ac:picMkLst>
            <pc:docMk/>
            <pc:sldMk cId="4042548813" sldId="257"/>
            <ac:picMk id="98" creationId="{32403D56-D97E-363D-73FA-B8696632FD18}"/>
          </ac:picMkLst>
        </pc:picChg>
        <pc:picChg chg="mod topLvl">
          <ac:chgData name="EU JIN YANG" userId="6ecede72-313f-4058-8590-064a3244267c" providerId="ADAL" clId="{5732C8DA-0A9E-4302-A174-86AC9E026DD3}" dt="2026-03-16T16:12:11.384" v="2337" actId="1076"/>
          <ac:picMkLst>
            <pc:docMk/>
            <pc:sldMk cId="4042548813" sldId="257"/>
            <ac:picMk id="103" creationId="{B411DAC4-DC6C-1C59-D538-3DF32A736DD8}"/>
          </ac:picMkLst>
        </pc:picChg>
        <pc:picChg chg="del">
          <ac:chgData name="EU JIN YANG" userId="6ecede72-313f-4058-8590-064a3244267c" providerId="ADAL" clId="{5732C8DA-0A9E-4302-A174-86AC9E026DD3}" dt="2026-03-16T15:56:57.916" v="2192" actId="478"/>
          <ac:picMkLst>
            <pc:docMk/>
            <pc:sldMk cId="4042548813" sldId="257"/>
            <ac:picMk id="104" creationId="{BABF1F93-071C-2BBA-B9F1-5730EE69F21C}"/>
          </ac:picMkLst>
        </pc:picChg>
        <pc:picChg chg="add mod">
          <ac:chgData name="EU JIN YANG" userId="6ecede72-313f-4058-8590-064a3244267c" providerId="ADAL" clId="{5732C8DA-0A9E-4302-A174-86AC9E026DD3}" dt="2026-03-17T06:56:25.249" v="3562" actId="164"/>
          <ac:picMkLst>
            <pc:docMk/>
            <pc:sldMk cId="4042548813" sldId="257"/>
            <ac:picMk id="107" creationId="{051A7AE4-A588-6FF5-7C22-BF4A8F4DC021}"/>
          </ac:picMkLst>
        </pc:picChg>
        <pc:picChg chg="del">
          <ac:chgData name="EU JIN YANG" userId="6ecede72-313f-4058-8590-064a3244267c" providerId="ADAL" clId="{5732C8DA-0A9E-4302-A174-86AC9E026DD3}" dt="2026-03-16T15:56:48.794" v="2188" actId="478"/>
          <ac:picMkLst>
            <pc:docMk/>
            <pc:sldMk cId="4042548813" sldId="257"/>
            <ac:picMk id="107" creationId="{BCCE984A-A160-7376-7BE7-A249BDC0A91F}"/>
          </ac:picMkLst>
        </pc:picChg>
        <pc:picChg chg="mod">
          <ac:chgData name="EU JIN YANG" userId="6ecede72-313f-4058-8590-064a3244267c" providerId="ADAL" clId="{5732C8DA-0A9E-4302-A174-86AC9E026DD3}" dt="2026-03-16T16:02:48.774" v="2231" actId="165"/>
          <ac:picMkLst>
            <pc:docMk/>
            <pc:sldMk cId="4042548813" sldId="257"/>
            <ac:picMk id="1038" creationId="{6462C4EF-4BB8-FCEC-5A73-7159B143D4D6}"/>
          </ac:picMkLst>
        </pc:picChg>
        <pc:picChg chg="mod">
          <ac:chgData name="EU JIN YANG" userId="6ecede72-313f-4058-8590-064a3244267c" providerId="ADAL" clId="{5732C8DA-0A9E-4302-A174-86AC9E026DD3}" dt="2026-03-16T15:40:51.284" v="1974" actId="1076"/>
          <ac:picMkLst>
            <pc:docMk/>
            <pc:sldMk cId="4042548813" sldId="257"/>
            <ac:picMk id="1051" creationId="{A9581A0E-BE52-3B97-E242-93E26F4380D9}"/>
          </ac:picMkLst>
        </pc:picChg>
        <pc:picChg chg="mod">
          <ac:chgData name="EU JIN YANG" userId="6ecede72-313f-4058-8590-064a3244267c" providerId="ADAL" clId="{5732C8DA-0A9E-4302-A174-86AC9E026DD3}" dt="2026-03-16T15:29:56.818" v="1793" actId="164"/>
          <ac:picMkLst>
            <pc:docMk/>
            <pc:sldMk cId="4042548813" sldId="257"/>
            <ac:picMk id="1061" creationId="{4D698F5F-C353-4B66-28C4-D09803F442ED}"/>
          </ac:picMkLst>
        </pc:picChg>
        <pc:picChg chg="mod">
          <ac:chgData name="EU JIN YANG" userId="6ecede72-313f-4058-8590-064a3244267c" providerId="ADAL" clId="{5732C8DA-0A9E-4302-A174-86AC9E026DD3}" dt="2026-03-16T16:41:04.377" v="2547" actId="1076"/>
          <ac:picMkLst>
            <pc:docMk/>
            <pc:sldMk cId="4042548813" sldId="257"/>
            <ac:picMk id="1063" creationId="{13B76D6F-9494-3743-F1DC-39F9F63B7FC6}"/>
          </ac:picMkLst>
        </pc:picChg>
        <pc:picChg chg="add del mod">
          <ac:chgData name="EU JIN YANG" userId="6ecede72-313f-4058-8590-064a3244267c" providerId="ADAL" clId="{5732C8DA-0A9E-4302-A174-86AC9E026DD3}" dt="2026-03-16T15:51:19.474" v="2078" actId="478"/>
          <ac:picMkLst>
            <pc:docMk/>
            <pc:sldMk cId="4042548813" sldId="257"/>
            <ac:picMk id="1068" creationId="{E46ED4F9-F7A5-89A4-0403-D512D663C980}"/>
          </ac:picMkLst>
        </pc:picChg>
        <pc:picChg chg="mod">
          <ac:chgData name="EU JIN YANG" userId="6ecede72-313f-4058-8590-064a3244267c" providerId="ADAL" clId="{5732C8DA-0A9E-4302-A174-86AC9E026DD3}" dt="2026-03-16T15:29:56.818" v="1793" actId="164"/>
          <ac:picMkLst>
            <pc:docMk/>
            <pc:sldMk cId="4042548813" sldId="257"/>
            <ac:picMk id="1071" creationId="{039EFA07-26FD-FC78-0A29-E3113822AE07}"/>
          </ac:picMkLst>
        </pc:picChg>
        <pc:picChg chg="add del mod">
          <ac:chgData name="EU JIN YANG" userId="6ecede72-313f-4058-8590-064a3244267c" providerId="ADAL" clId="{5732C8DA-0A9E-4302-A174-86AC9E026DD3}" dt="2026-03-16T16:07:19.081" v="2282" actId="478"/>
          <ac:picMkLst>
            <pc:docMk/>
            <pc:sldMk cId="4042548813" sldId="257"/>
            <ac:picMk id="1073" creationId="{9BAD3E7C-062B-37FE-67D0-E783130EB076}"/>
          </ac:picMkLst>
        </pc:picChg>
        <pc:picChg chg="add mod">
          <ac:chgData name="EU JIN YANG" userId="6ecede72-313f-4058-8590-064a3244267c" providerId="ADAL" clId="{5732C8DA-0A9E-4302-A174-86AC9E026DD3}" dt="2026-03-16T16:06:09.319" v="2263" actId="1076"/>
          <ac:picMkLst>
            <pc:docMk/>
            <pc:sldMk cId="4042548813" sldId="257"/>
            <ac:picMk id="1083" creationId="{4E69BFAB-5CD3-A199-7E22-E31FA2ABCE31}"/>
          </ac:picMkLst>
        </pc:picChg>
        <pc:picChg chg="mod">
          <ac:chgData name="EU JIN YANG" userId="6ecede72-313f-4058-8590-064a3244267c" providerId="ADAL" clId="{5732C8DA-0A9E-4302-A174-86AC9E026DD3}" dt="2026-03-16T16:40:45.576" v="2543" actId="1036"/>
          <ac:picMkLst>
            <pc:docMk/>
            <pc:sldMk cId="4042548813" sldId="257"/>
            <ac:picMk id="1090" creationId="{D9626DD5-8175-B089-A7F1-C9BBD1E564B4}"/>
          </ac:picMkLst>
        </pc:picChg>
        <pc:picChg chg="add mod">
          <ac:chgData name="EU JIN YANG" userId="6ecede72-313f-4058-8590-064a3244267c" providerId="ADAL" clId="{5732C8DA-0A9E-4302-A174-86AC9E026DD3}" dt="2026-03-17T05:53:48.946" v="3388" actId="1037"/>
          <ac:picMkLst>
            <pc:docMk/>
            <pc:sldMk cId="4042548813" sldId="257"/>
            <ac:picMk id="1098" creationId="{C80B3AE0-30EE-B6BC-5943-F27350B1C38F}"/>
          </ac:picMkLst>
        </pc:picChg>
        <pc:picChg chg="add del mod">
          <ac:chgData name="EU JIN YANG" userId="6ecede72-313f-4058-8590-064a3244267c" providerId="ADAL" clId="{5732C8DA-0A9E-4302-A174-86AC9E026DD3}" dt="2026-03-17T05:20:20.593" v="3300" actId="478"/>
          <ac:picMkLst>
            <pc:docMk/>
            <pc:sldMk cId="4042548813" sldId="257"/>
            <ac:picMk id="1103" creationId="{56D58D93-7709-CBC8-72E2-A4314C96CD2F}"/>
          </ac:picMkLst>
        </pc:picChg>
        <pc:picChg chg="add mod">
          <ac:chgData name="EU JIN YANG" userId="6ecede72-313f-4058-8590-064a3244267c" providerId="ADAL" clId="{5732C8DA-0A9E-4302-A174-86AC9E026DD3}" dt="2026-03-17T06:56:05.255" v="3556" actId="12788"/>
          <ac:picMkLst>
            <pc:docMk/>
            <pc:sldMk cId="4042548813" sldId="257"/>
            <ac:picMk id="1105" creationId="{BF6D003B-5A06-E66E-0F47-C17C67770A15}"/>
          </ac:picMkLst>
        </pc:picChg>
        <pc:picChg chg="add mod">
          <ac:chgData name="EU JIN YANG" userId="6ecede72-313f-4058-8590-064a3244267c" providerId="ADAL" clId="{5732C8DA-0A9E-4302-A174-86AC9E026DD3}" dt="2026-03-16T16:26:30.589" v="2388" actId="12788"/>
          <ac:picMkLst>
            <pc:docMk/>
            <pc:sldMk cId="4042548813" sldId="257"/>
            <ac:picMk id="1113" creationId="{203A2CCA-3053-9ECC-F996-D1C12ABC8F45}"/>
          </ac:picMkLst>
        </pc:picChg>
        <pc:picChg chg="add mod">
          <ac:chgData name="EU JIN YANG" userId="6ecede72-313f-4058-8590-064a3244267c" providerId="ADAL" clId="{5732C8DA-0A9E-4302-A174-86AC9E026DD3}" dt="2026-03-16T16:26:30.589" v="2388" actId="12788"/>
          <ac:picMkLst>
            <pc:docMk/>
            <pc:sldMk cId="4042548813" sldId="257"/>
            <ac:picMk id="1115" creationId="{9AF52770-D50E-0ABC-B873-86F72E9B4A2D}"/>
          </ac:picMkLst>
        </pc:picChg>
        <pc:picChg chg="add mod">
          <ac:chgData name="EU JIN YANG" userId="6ecede72-313f-4058-8590-064a3244267c" providerId="ADAL" clId="{5732C8DA-0A9E-4302-A174-86AC9E026DD3}" dt="2026-03-16T16:19:07.662" v="2378" actId="164"/>
          <ac:picMkLst>
            <pc:docMk/>
            <pc:sldMk cId="4042548813" sldId="257"/>
            <ac:picMk id="1116" creationId="{56129FA4-01DF-0230-B851-F5069CE002E1}"/>
          </ac:picMkLst>
        </pc:picChg>
        <pc:picChg chg="del">
          <ac:chgData name="EU JIN YANG" userId="6ecede72-313f-4058-8590-064a3244267c" providerId="ADAL" clId="{5732C8DA-0A9E-4302-A174-86AC9E026DD3}" dt="2026-03-16T09:53:01.254" v="1765" actId="478"/>
          <ac:picMkLst>
            <pc:docMk/>
            <pc:sldMk cId="4042548813" sldId="257"/>
            <ac:picMk id="1121" creationId="{706156C9-55A9-EEA1-3BD4-3A876322A387}"/>
          </ac:picMkLst>
        </pc:picChg>
        <pc:picChg chg="add del mod">
          <ac:chgData name="EU JIN YANG" userId="6ecede72-313f-4058-8590-064a3244267c" providerId="ADAL" clId="{5732C8DA-0A9E-4302-A174-86AC9E026DD3}" dt="2026-03-16T09:37:45.466" v="1758" actId="478"/>
          <ac:picMkLst>
            <pc:docMk/>
            <pc:sldMk cId="4042548813" sldId="257"/>
            <ac:picMk id="1123" creationId="{80860916-1C06-25E9-9777-866505EF1AB9}"/>
          </ac:picMkLst>
        </pc:picChg>
        <pc:picChg chg="add mod">
          <ac:chgData name="EU JIN YANG" userId="6ecede72-313f-4058-8590-064a3244267c" providerId="ADAL" clId="{5732C8DA-0A9E-4302-A174-86AC9E026DD3}" dt="2026-03-17T06:56:25.249" v="3562" actId="164"/>
          <ac:picMkLst>
            <pc:docMk/>
            <pc:sldMk cId="4042548813" sldId="257"/>
            <ac:picMk id="1124" creationId="{90D16C64-B01A-FF1F-819C-B89A67CBEE5B}"/>
          </ac:picMkLst>
        </pc:picChg>
        <pc:picChg chg="del">
          <ac:chgData name="EU JIN YANG" userId="6ecede72-313f-4058-8590-064a3244267c" providerId="ADAL" clId="{5732C8DA-0A9E-4302-A174-86AC9E026DD3}" dt="2026-03-16T09:36:57.665" v="1755" actId="478"/>
          <ac:picMkLst>
            <pc:docMk/>
            <pc:sldMk cId="4042548813" sldId="257"/>
            <ac:picMk id="1125" creationId="{C9041193-6558-C624-81B2-3D52F67FFCB2}"/>
          </ac:picMkLst>
        </pc:picChg>
        <pc:picChg chg="del mod">
          <ac:chgData name="EU JIN YANG" userId="6ecede72-313f-4058-8590-064a3244267c" providerId="ADAL" clId="{5732C8DA-0A9E-4302-A174-86AC9E026DD3}" dt="2026-03-16T09:52:57.882" v="1763" actId="478"/>
          <ac:picMkLst>
            <pc:docMk/>
            <pc:sldMk cId="4042548813" sldId="257"/>
            <ac:picMk id="1127" creationId="{8E9500A2-E236-3904-6E5A-E2431D6A17D6}"/>
          </ac:picMkLst>
        </pc:picChg>
        <pc:picChg chg="add del mod">
          <ac:chgData name="EU JIN YANG" userId="6ecede72-313f-4058-8590-064a3244267c" providerId="ADAL" clId="{5732C8DA-0A9E-4302-A174-86AC9E026DD3}" dt="2026-03-16T09:52:55.505" v="1762" actId="478"/>
          <ac:picMkLst>
            <pc:docMk/>
            <pc:sldMk cId="4042548813" sldId="257"/>
            <ac:picMk id="1129" creationId="{A9EDF201-E379-DFD0-4C73-49BE82809C78}"/>
          </ac:picMkLst>
        </pc:picChg>
        <pc:picChg chg="del">
          <ac:chgData name="EU JIN YANG" userId="6ecede72-313f-4058-8590-064a3244267c" providerId="ADAL" clId="{5732C8DA-0A9E-4302-A174-86AC9E026DD3}" dt="2026-03-16T09:36:54.238" v="1754" actId="478"/>
          <ac:picMkLst>
            <pc:docMk/>
            <pc:sldMk cId="4042548813" sldId="257"/>
            <ac:picMk id="1131" creationId="{DC72382D-FC84-4E27-97EB-EB45B8AC159C}"/>
          </ac:picMkLst>
        </pc:picChg>
        <pc:picChg chg="del topLvl">
          <ac:chgData name="EU JIN YANG" userId="6ecede72-313f-4058-8590-064a3244267c" providerId="ADAL" clId="{5732C8DA-0A9E-4302-A174-86AC9E026DD3}" dt="2026-03-16T16:36:08.432" v="2481" actId="478"/>
          <ac:picMkLst>
            <pc:docMk/>
            <pc:sldMk cId="4042548813" sldId="257"/>
            <ac:picMk id="1132" creationId="{FF182D79-0AC1-FC28-0B19-49921333E616}"/>
          </ac:picMkLst>
        </pc:picChg>
        <pc:picChg chg="del">
          <ac:chgData name="EU JIN YANG" userId="6ecede72-313f-4058-8590-064a3244267c" providerId="ADAL" clId="{5732C8DA-0A9E-4302-A174-86AC9E026DD3}" dt="2026-03-16T16:35:52.855" v="2470" actId="478"/>
          <ac:picMkLst>
            <pc:docMk/>
            <pc:sldMk cId="4042548813" sldId="257"/>
            <ac:picMk id="1133" creationId="{97670451-D582-B0B5-E753-813D85A4F6C6}"/>
          </ac:picMkLst>
        </pc:picChg>
        <pc:picChg chg="del mod">
          <ac:chgData name="EU JIN YANG" userId="6ecede72-313f-4058-8590-064a3244267c" providerId="ADAL" clId="{5732C8DA-0A9E-4302-A174-86AC9E026DD3}" dt="2026-03-16T16:35:54.121" v="2471" actId="478"/>
          <ac:picMkLst>
            <pc:docMk/>
            <pc:sldMk cId="4042548813" sldId="257"/>
            <ac:picMk id="1136" creationId="{FCBF0945-B302-0E35-8560-6631B2AD6529}"/>
          </ac:picMkLst>
        </pc:picChg>
        <pc:picChg chg="del">
          <ac:chgData name="EU JIN YANG" userId="6ecede72-313f-4058-8590-064a3244267c" providerId="ADAL" clId="{5732C8DA-0A9E-4302-A174-86AC9E026DD3}" dt="2026-03-16T16:35:47.942" v="2468" actId="478"/>
          <ac:picMkLst>
            <pc:docMk/>
            <pc:sldMk cId="4042548813" sldId="257"/>
            <ac:picMk id="1145" creationId="{D72950BF-F022-EAAF-1E82-27CD9D263244}"/>
          </ac:picMkLst>
        </pc:picChg>
        <pc:picChg chg="del">
          <ac:chgData name="EU JIN YANG" userId="6ecede72-313f-4058-8590-064a3244267c" providerId="ADAL" clId="{5732C8DA-0A9E-4302-A174-86AC9E026DD3}" dt="2026-03-16T16:36:02.125" v="2476" actId="478"/>
          <ac:picMkLst>
            <pc:docMk/>
            <pc:sldMk cId="4042548813" sldId="257"/>
            <ac:picMk id="1148" creationId="{CC92E9F4-AFE9-E14D-FEC0-A10A808165B7}"/>
          </ac:picMkLst>
        </pc:picChg>
        <pc:picChg chg="del">
          <ac:chgData name="EU JIN YANG" userId="6ecede72-313f-4058-8590-064a3244267c" providerId="ADAL" clId="{5732C8DA-0A9E-4302-A174-86AC9E026DD3}" dt="2026-03-16T16:35:59.493" v="2474" actId="478"/>
          <ac:picMkLst>
            <pc:docMk/>
            <pc:sldMk cId="4042548813" sldId="257"/>
            <ac:picMk id="1149" creationId="{224C9030-3484-7CB2-CEAD-5067D0C42F79}"/>
          </ac:picMkLst>
        </pc:picChg>
        <pc:picChg chg="del">
          <ac:chgData name="EU JIN YANG" userId="6ecede72-313f-4058-8590-064a3244267c" providerId="ADAL" clId="{5732C8DA-0A9E-4302-A174-86AC9E026DD3}" dt="2026-03-16T16:36:00.894" v="2475" actId="478"/>
          <ac:picMkLst>
            <pc:docMk/>
            <pc:sldMk cId="4042548813" sldId="257"/>
            <ac:picMk id="1150" creationId="{0D96CD7C-7D24-3572-050F-211E7A98DE51}"/>
          </ac:picMkLst>
        </pc:picChg>
        <pc:picChg chg="del">
          <ac:chgData name="EU JIN YANG" userId="6ecede72-313f-4058-8590-064a3244267c" providerId="ADAL" clId="{5732C8DA-0A9E-4302-A174-86AC9E026DD3}" dt="2026-03-16T16:35:36.867" v="2463" actId="478"/>
          <ac:picMkLst>
            <pc:docMk/>
            <pc:sldMk cId="4042548813" sldId="257"/>
            <ac:picMk id="1151" creationId="{4B832539-52B3-D585-1454-81ADA67C12A4}"/>
          </ac:picMkLst>
        </pc:picChg>
        <pc:picChg chg="del">
          <ac:chgData name="EU JIN YANG" userId="6ecede72-313f-4058-8590-064a3244267c" providerId="ADAL" clId="{5732C8DA-0A9E-4302-A174-86AC9E026DD3}" dt="2026-03-16T16:35:46.080" v="2467" actId="478"/>
          <ac:picMkLst>
            <pc:docMk/>
            <pc:sldMk cId="4042548813" sldId="257"/>
            <ac:picMk id="1152" creationId="{32C61D4A-5A26-DB70-35AE-1365B14B353E}"/>
          </ac:picMkLst>
        </pc:picChg>
        <pc:picChg chg="mod">
          <ac:chgData name="EU JIN YANG" userId="6ecede72-313f-4058-8590-064a3244267c" providerId="ADAL" clId="{5732C8DA-0A9E-4302-A174-86AC9E026DD3}" dt="2026-03-16T16:34:24.340" v="2446"/>
          <ac:picMkLst>
            <pc:docMk/>
            <pc:sldMk cId="4042548813" sldId="257"/>
            <ac:picMk id="1173" creationId="{22424C3B-9462-5113-9835-819ED8923792}"/>
          </ac:picMkLst>
        </pc:picChg>
        <pc:picChg chg="mod">
          <ac:chgData name="EU JIN YANG" userId="6ecede72-313f-4058-8590-064a3244267c" providerId="ADAL" clId="{5732C8DA-0A9E-4302-A174-86AC9E026DD3}" dt="2026-03-16T16:34:32.431" v="2449"/>
          <ac:picMkLst>
            <pc:docMk/>
            <pc:sldMk cId="4042548813" sldId="257"/>
            <ac:picMk id="1199" creationId="{552C72FC-2554-0199-68C0-7711913179DF}"/>
          </ac:picMkLst>
        </pc:picChg>
        <pc:picChg chg="add del mod">
          <ac:chgData name="EU JIN YANG" userId="6ecede72-313f-4058-8590-064a3244267c" providerId="ADAL" clId="{5732C8DA-0A9E-4302-A174-86AC9E026DD3}" dt="2026-03-16T16:39:40.593" v="2536" actId="478"/>
          <ac:picMkLst>
            <pc:docMk/>
            <pc:sldMk cId="4042548813" sldId="257"/>
            <ac:picMk id="1209" creationId="{A4FC1C33-3994-6FA2-DE20-24FBF278311E}"/>
          </ac:picMkLst>
        </pc:picChg>
        <pc:picChg chg="mod">
          <ac:chgData name="EU JIN YANG" userId="6ecede72-313f-4058-8590-064a3244267c" providerId="ADAL" clId="{5732C8DA-0A9E-4302-A174-86AC9E026DD3}" dt="2026-03-16T16:39:05.948" v="2516" actId="1076"/>
          <ac:picMkLst>
            <pc:docMk/>
            <pc:sldMk cId="4042548813" sldId="257"/>
            <ac:picMk id="1213" creationId="{E6CB50EE-9903-3CF8-D9D4-FDF0797D4A29}"/>
          </ac:picMkLst>
        </pc:picChg>
        <pc:picChg chg="mod">
          <ac:chgData name="EU JIN YANG" userId="6ecede72-313f-4058-8590-064a3244267c" providerId="ADAL" clId="{5732C8DA-0A9E-4302-A174-86AC9E026DD3}" dt="2026-03-16T16:39:05.948" v="2516" actId="1076"/>
          <ac:picMkLst>
            <pc:docMk/>
            <pc:sldMk cId="4042548813" sldId="257"/>
            <ac:picMk id="1220" creationId="{553C2F2D-3540-5316-7D13-E790AFE1B3C9}"/>
          </ac:picMkLst>
        </pc:picChg>
        <pc:cxnChg chg="add mod">
          <ac:chgData name="EU JIN YANG" userId="6ecede72-313f-4058-8590-064a3244267c" providerId="ADAL" clId="{5732C8DA-0A9E-4302-A174-86AC9E026DD3}" dt="2026-03-17T06:56:11.025" v="3561" actId="1038"/>
          <ac:cxnSpMkLst>
            <pc:docMk/>
            <pc:sldMk cId="4042548813" sldId="257"/>
            <ac:cxnSpMk id="104" creationId="{594F9ED4-A6B2-4D3B-9A0C-F197EAC86E03}"/>
          </ac:cxnSpMkLst>
        </pc:cxnChg>
        <pc:cxnChg chg="add del mod">
          <ac:chgData name="EU JIN YANG" userId="6ecede72-313f-4058-8590-064a3244267c" providerId="ADAL" clId="{5732C8DA-0A9E-4302-A174-86AC9E026DD3}" dt="2026-03-17T04:48:56.099" v="3117" actId="478"/>
          <ac:cxnSpMkLst>
            <pc:docMk/>
            <pc:sldMk cId="4042548813" sldId="257"/>
            <ac:cxnSpMk id="110" creationId="{23838271-E8D3-399C-AFCA-1FB43DAEABB3}"/>
          </ac:cxnSpMkLst>
        </pc:cxnChg>
        <pc:cxnChg chg="add del mod">
          <ac:chgData name="EU JIN YANG" userId="6ecede72-313f-4058-8590-064a3244267c" providerId="ADAL" clId="{5732C8DA-0A9E-4302-A174-86AC9E026DD3}" dt="2026-03-17T04:53:01.629" v="3213" actId="478"/>
          <ac:cxnSpMkLst>
            <pc:docMk/>
            <pc:sldMk cId="4042548813" sldId="257"/>
            <ac:cxnSpMk id="114" creationId="{48371893-10A3-0941-BA6C-6FEE32D4A8EB}"/>
          </ac:cxnSpMkLst>
        </pc:cxnChg>
        <pc:cxnChg chg="add del mod">
          <ac:chgData name="EU JIN YANG" userId="6ecede72-313f-4058-8590-064a3244267c" providerId="ADAL" clId="{5732C8DA-0A9E-4302-A174-86AC9E026DD3}" dt="2026-03-17T04:49:04.865" v="3122" actId="478"/>
          <ac:cxnSpMkLst>
            <pc:docMk/>
            <pc:sldMk cId="4042548813" sldId="257"/>
            <ac:cxnSpMk id="1042" creationId="{B9B0E432-F3C9-860E-321A-24F364411E5F}"/>
          </ac:cxnSpMkLst>
        </pc:cxnChg>
        <pc:cxnChg chg="add mod">
          <ac:chgData name="EU JIN YANG" userId="6ecede72-313f-4058-8590-064a3244267c" providerId="ADAL" clId="{5732C8DA-0A9E-4302-A174-86AC9E026DD3}" dt="2026-03-17T06:56:11.025" v="3561" actId="1038"/>
          <ac:cxnSpMkLst>
            <pc:docMk/>
            <pc:sldMk cId="4042548813" sldId="257"/>
            <ac:cxnSpMk id="1046" creationId="{C9A47025-EF20-6614-AE9E-95731673D5C8}"/>
          </ac:cxnSpMkLst>
        </pc:cxnChg>
        <pc:cxnChg chg="add mod">
          <ac:chgData name="EU JIN YANG" userId="6ecede72-313f-4058-8590-064a3244267c" providerId="ADAL" clId="{5732C8DA-0A9E-4302-A174-86AC9E026DD3}" dt="2026-03-17T04:53:02.763" v="3214"/>
          <ac:cxnSpMkLst>
            <pc:docMk/>
            <pc:sldMk cId="4042548813" sldId="257"/>
            <ac:cxnSpMk id="1048" creationId="{BCC9B31F-CEAD-2E5E-7205-79B4F1FE1CE4}"/>
          </ac:cxnSpMkLst>
        </pc:cxnChg>
        <pc:cxnChg chg="add mod">
          <ac:chgData name="EU JIN YANG" userId="6ecede72-313f-4058-8590-064a3244267c" providerId="ADAL" clId="{5732C8DA-0A9E-4302-A174-86AC9E026DD3}" dt="2026-03-17T06:55:39.187" v="3537" actId="14100"/>
          <ac:cxnSpMkLst>
            <pc:docMk/>
            <pc:sldMk cId="4042548813" sldId="257"/>
            <ac:cxnSpMk id="1050" creationId="{62203675-A35F-147D-B3AB-B77913787076}"/>
          </ac:cxnSpMkLst>
        </pc:cxnChg>
        <pc:cxnChg chg="add mod">
          <ac:chgData name="EU JIN YANG" userId="6ecede72-313f-4058-8590-064a3244267c" providerId="ADAL" clId="{5732C8DA-0A9E-4302-A174-86AC9E026DD3}" dt="2026-03-17T06:51:06.483" v="3535" actId="14100"/>
          <ac:cxnSpMkLst>
            <pc:docMk/>
            <pc:sldMk cId="4042548813" sldId="257"/>
            <ac:cxnSpMk id="1051" creationId="{9F1A4167-F612-E239-FBCA-79D54215B975}"/>
          </ac:cxnSpMkLst>
        </pc:cxnChg>
        <pc:cxnChg chg="add del mod">
          <ac:chgData name="EU JIN YANG" userId="6ecede72-313f-4058-8590-064a3244267c" providerId="ADAL" clId="{5732C8DA-0A9E-4302-A174-86AC9E026DD3}" dt="2026-03-17T05:48:59.072" v="3351" actId="478"/>
          <ac:cxnSpMkLst>
            <pc:docMk/>
            <pc:sldMk cId="4042548813" sldId="257"/>
            <ac:cxnSpMk id="1073" creationId="{0ABCC7B0-9EE9-F09E-803B-614B333C21C7}"/>
          </ac:cxnSpMkLst>
        </pc:cxnChg>
        <pc:cxnChg chg="add mod">
          <ac:chgData name="EU JIN YANG" userId="6ecede72-313f-4058-8590-064a3244267c" providerId="ADAL" clId="{5732C8DA-0A9E-4302-A174-86AC9E026DD3}" dt="2026-03-17T05:53:48.946" v="3388" actId="1037"/>
          <ac:cxnSpMkLst>
            <pc:docMk/>
            <pc:sldMk cId="4042548813" sldId="257"/>
            <ac:cxnSpMk id="1100" creationId="{A6B1CB97-66F5-8CEA-D385-B8A62F1A026B}"/>
          </ac:cxnSpMkLst>
        </pc:cxnChg>
        <pc:cxnChg chg="add mod">
          <ac:chgData name="EU JIN YANG" userId="6ecede72-313f-4058-8590-064a3244267c" providerId="ADAL" clId="{5732C8DA-0A9E-4302-A174-86AC9E026DD3}" dt="2026-03-17T05:53:48.946" v="3388" actId="1037"/>
          <ac:cxnSpMkLst>
            <pc:docMk/>
            <pc:sldMk cId="4042548813" sldId="257"/>
            <ac:cxnSpMk id="1110" creationId="{437D0E19-4036-F6FE-0E65-56175DA2EED3}"/>
          </ac:cxnSpMkLst>
        </pc:cxnChg>
        <pc:cxnChg chg="del mod">
          <ac:chgData name="EU JIN YANG" userId="6ecede72-313f-4058-8590-064a3244267c" providerId="ADAL" clId="{5732C8DA-0A9E-4302-A174-86AC9E026DD3}" dt="2026-03-16T16:33:19.286" v="2433" actId="478"/>
          <ac:cxnSpMkLst>
            <pc:docMk/>
            <pc:sldMk cId="4042548813" sldId="257"/>
            <ac:cxnSpMk id="1117" creationId="{860D8BA4-42FD-19D0-F646-873CA9FF7FBC}"/>
          </ac:cxnSpMkLst>
        </pc:cxnChg>
        <pc:cxnChg chg="del mod">
          <ac:chgData name="EU JIN YANG" userId="6ecede72-313f-4058-8590-064a3244267c" providerId="ADAL" clId="{5732C8DA-0A9E-4302-A174-86AC9E026DD3}" dt="2026-03-16T16:33:19.286" v="2433" actId="478"/>
          <ac:cxnSpMkLst>
            <pc:docMk/>
            <pc:sldMk cId="4042548813" sldId="257"/>
            <ac:cxnSpMk id="1119" creationId="{200036EE-F9EA-3658-CB03-F0898896A832}"/>
          </ac:cxnSpMkLst>
        </pc:cxnChg>
        <pc:cxnChg chg="add del mod">
          <ac:chgData name="EU JIN YANG" userId="6ecede72-313f-4058-8590-064a3244267c" providerId="ADAL" clId="{5732C8DA-0A9E-4302-A174-86AC9E026DD3}" dt="2026-03-17T06:17:21.412" v="3417" actId="478"/>
          <ac:cxnSpMkLst>
            <pc:docMk/>
            <pc:sldMk cId="4042548813" sldId="257"/>
            <ac:cxnSpMk id="1126" creationId="{3DEE39D4-E5A9-D5AE-1319-31AECA389221}"/>
          </ac:cxnSpMkLst>
        </pc:cxnChg>
        <pc:cxnChg chg="add mod">
          <ac:chgData name="EU JIN YANG" userId="6ecede72-313f-4058-8590-064a3244267c" providerId="ADAL" clId="{5732C8DA-0A9E-4302-A174-86AC9E026DD3}" dt="2026-03-17T06:17:26.994" v="3420" actId="14100"/>
          <ac:cxnSpMkLst>
            <pc:docMk/>
            <pc:sldMk cId="4042548813" sldId="257"/>
            <ac:cxnSpMk id="1129" creationId="{1D9514FD-7C82-5C29-C02A-F74A60B07A21}"/>
          </ac:cxnSpMkLst>
        </pc:cxnChg>
        <pc:cxnChg chg="add mod">
          <ac:chgData name="EU JIN YANG" userId="6ecede72-313f-4058-8590-064a3244267c" providerId="ADAL" clId="{5732C8DA-0A9E-4302-A174-86AC9E026DD3}" dt="2026-03-17T06:34:06.125" v="3497" actId="14100"/>
          <ac:cxnSpMkLst>
            <pc:docMk/>
            <pc:sldMk cId="4042548813" sldId="257"/>
            <ac:cxnSpMk id="1132" creationId="{7861127B-770A-EF09-A1D5-1C889BD4104A}"/>
          </ac:cxnSpMkLst>
        </pc:cxnChg>
        <pc:cxnChg chg="add mod">
          <ac:chgData name="EU JIN YANG" userId="6ecede72-313f-4058-8590-064a3244267c" providerId="ADAL" clId="{5732C8DA-0A9E-4302-A174-86AC9E026DD3}" dt="2026-03-17T06:34:14.135" v="3498" actId="14100"/>
          <ac:cxnSpMkLst>
            <pc:docMk/>
            <pc:sldMk cId="4042548813" sldId="257"/>
            <ac:cxnSpMk id="1133" creationId="{00829988-5BA6-4E0E-FF29-F1358FB2693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046" y="3501669"/>
            <a:ext cx="25727184" cy="7449091"/>
          </a:xfrm>
        </p:spPr>
        <p:txBody>
          <a:bodyPr anchor="b"/>
          <a:lstStyle>
            <a:lvl1pPr algn="ctr">
              <a:defRPr sz="18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3410" y="11238025"/>
            <a:ext cx="22700456" cy="5165824"/>
          </a:xfrm>
        </p:spPr>
        <p:txBody>
          <a:bodyPr/>
          <a:lstStyle>
            <a:lvl1pPr marL="0" indent="0" algn="ctr">
              <a:buNone/>
              <a:defRPr sz="7488"/>
            </a:lvl1pPr>
            <a:lvl2pPr marL="1426418" indent="0" algn="ctr">
              <a:buNone/>
              <a:defRPr sz="6240"/>
            </a:lvl2pPr>
            <a:lvl3pPr marL="2852837" indent="0" algn="ctr">
              <a:buNone/>
              <a:defRPr sz="5616"/>
            </a:lvl3pPr>
            <a:lvl4pPr marL="4279255" indent="0" algn="ctr">
              <a:buNone/>
              <a:defRPr sz="4992"/>
            </a:lvl4pPr>
            <a:lvl5pPr marL="5705673" indent="0" algn="ctr">
              <a:buNone/>
              <a:defRPr sz="4992"/>
            </a:lvl5pPr>
            <a:lvl6pPr marL="7132091" indent="0" algn="ctr">
              <a:buNone/>
              <a:defRPr sz="4992"/>
            </a:lvl6pPr>
            <a:lvl7pPr marL="8558510" indent="0" algn="ctr">
              <a:buNone/>
              <a:defRPr sz="4992"/>
            </a:lvl7pPr>
            <a:lvl8pPr marL="9984928" indent="0" algn="ctr">
              <a:buNone/>
              <a:defRPr sz="4992"/>
            </a:lvl8pPr>
            <a:lvl9pPr marL="11411346" indent="0" algn="ctr">
              <a:buNone/>
              <a:defRPr sz="499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6635-2018-4C43-B607-9900752453D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C266A-D57C-4564-B445-77925849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017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6635-2018-4C43-B607-9900752453D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C266A-D57C-4564-B445-77925849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563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112" y="5334229"/>
            <a:ext cx="26105525" cy="8900275"/>
          </a:xfrm>
        </p:spPr>
        <p:txBody>
          <a:bodyPr anchor="b"/>
          <a:lstStyle>
            <a:lvl1pPr>
              <a:defRPr sz="18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112" y="14318704"/>
            <a:ext cx="26105525" cy="4680445"/>
          </a:xfrm>
        </p:spPr>
        <p:txBody>
          <a:bodyPr/>
          <a:lstStyle>
            <a:lvl1pPr marL="0" indent="0">
              <a:buNone/>
              <a:defRPr sz="7488">
                <a:solidFill>
                  <a:schemeClr val="tx1">
                    <a:tint val="82000"/>
                  </a:schemeClr>
                </a:solidFill>
              </a:defRPr>
            </a:lvl1pPr>
            <a:lvl2pPr marL="1426418" indent="0">
              <a:buNone/>
              <a:defRPr sz="6240">
                <a:solidFill>
                  <a:schemeClr val="tx1">
                    <a:tint val="82000"/>
                  </a:schemeClr>
                </a:solidFill>
              </a:defRPr>
            </a:lvl2pPr>
            <a:lvl3pPr marL="2852837" indent="0">
              <a:buNone/>
              <a:defRPr sz="5616">
                <a:solidFill>
                  <a:schemeClr val="tx1">
                    <a:tint val="82000"/>
                  </a:schemeClr>
                </a:solidFill>
              </a:defRPr>
            </a:lvl3pPr>
            <a:lvl4pPr marL="4279255" indent="0">
              <a:buNone/>
              <a:defRPr sz="4992">
                <a:solidFill>
                  <a:schemeClr val="tx1">
                    <a:tint val="82000"/>
                  </a:schemeClr>
                </a:solidFill>
              </a:defRPr>
            </a:lvl4pPr>
            <a:lvl5pPr marL="5705673" indent="0">
              <a:buNone/>
              <a:defRPr sz="4992">
                <a:solidFill>
                  <a:schemeClr val="tx1">
                    <a:tint val="82000"/>
                  </a:schemeClr>
                </a:solidFill>
              </a:defRPr>
            </a:lvl5pPr>
            <a:lvl6pPr marL="7132091" indent="0">
              <a:buNone/>
              <a:defRPr sz="4992">
                <a:solidFill>
                  <a:schemeClr val="tx1">
                    <a:tint val="82000"/>
                  </a:schemeClr>
                </a:solidFill>
              </a:defRPr>
            </a:lvl6pPr>
            <a:lvl7pPr marL="8558510" indent="0">
              <a:buNone/>
              <a:defRPr sz="4992">
                <a:solidFill>
                  <a:schemeClr val="tx1">
                    <a:tint val="82000"/>
                  </a:schemeClr>
                </a:solidFill>
              </a:defRPr>
            </a:lvl7pPr>
            <a:lvl8pPr marL="9984928" indent="0">
              <a:buNone/>
              <a:defRPr sz="4992">
                <a:solidFill>
                  <a:schemeClr val="tx1">
                    <a:tint val="82000"/>
                  </a:schemeClr>
                </a:solidFill>
              </a:defRPr>
            </a:lvl8pPr>
            <a:lvl9pPr marL="11411346" indent="0">
              <a:buNone/>
              <a:defRPr sz="499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6635-2018-4C43-B607-9900752453D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C266A-D57C-4564-B445-77925849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80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0875" y="5695781"/>
            <a:ext cx="12863592" cy="13575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2808" y="5695781"/>
            <a:ext cx="12863592" cy="13575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6635-2018-4C43-B607-9900752453D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C266A-D57C-4564-B445-77925849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39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1139161"/>
            <a:ext cx="26105525" cy="41356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4821" y="5245073"/>
            <a:ext cx="12804474" cy="2570529"/>
          </a:xfrm>
        </p:spPr>
        <p:txBody>
          <a:bodyPr anchor="b"/>
          <a:lstStyle>
            <a:lvl1pPr marL="0" indent="0">
              <a:buNone/>
              <a:defRPr sz="7488" b="1"/>
            </a:lvl1pPr>
            <a:lvl2pPr marL="1426418" indent="0">
              <a:buNone/>
              <a:defRPr sz="6240" b="1"/>
            </a:lvl2pPr>
            <a:lvl3pPr marL="2852837" indent="0">
              <a:buNone/>
              <a:defRPr sz="5616" b="1"/>
            </a:lvl3pPr>
            <a:lvl4pPr marL="4279255" indent="0">
              <a:buNone/>
              <a:defRPr sz="4992" b="1"/>
            </a:lvl4pPr>
            <a:lvl5pPr marL="5705673" indent="0">
              <a:buNone/>
              <a:defRPr sz="4992" b="1"/>
            </a:lvl5pPr>
            <a:lvl6pPr marL="7132091" indent="0">
              <a:buNone/>
              <a:defRPr sz="4992" b="1"/>
            </a:lvl6pPr>
            <a:lvl7pPr marL="8558510" indent="0">
              <a:buNone/>
              <a:defRPr sz="4992" b="1"/>
            </a:lvl7pPr>
            <a:lvl8pPr marL="9984928" indent="0">
              <a:buNone/>
              <a:defRPr sz="4992" b="1"/>
            </a:lvl8pPr>
            <a:lvl9pPr marL="11411346" indent="0">
              <a:buNone/>
              <a:defRPr sz="49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4821" y="7815602"/>
            <a:ext cx="12804474" cy="114955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2810" y="5245073"/>
            <a:ext cx="12867534" cy="2570529"/>
          </a:xfrm>
        </p:spPr>
        <p:txBody>
          <a:bodyPr anchor="b"/>
          <a:lstStyle>
            <a:lvl1pPr marL="0" indent="0">
              <a:buNone/>
              <a:defRPr sz="7488" b="1"/>
            </a:lvl1pPr>
            <a:lvl2pPr marL="1426418" indent="0">
              <a:buNone/>
              <a:defRPr sz="6240" b="1"/>
            </a:lvl2pPr>
            <a:lvl3pPr marL="2852837" indent="0">
              <a:buNone/>
              <a:defRPr sz="5616" b="1"/>
            </a:lvl3pPr>
            <a:lvl4pPr marL="4279255" indent="0">
              <a:buNone/>
              <a:defRPr sz="4992" b="1"/>
            </a:lvl4pPr>
            <a:lvl5pPr marL="5705673" indent="0">
              <a:buNone/>
              <a:defRPr sz="4992" b="1"/>
            </a:lvl5pPr>
            <a:lvl6pPr marL="7132091" indent="0">
              <a:buNone/>
              <a:defRPr sz="4992" b="1"/>
            </a:lvl6pPr>
            <a:lvl7pPr marL="8558510" indent="0">
              <a:buNone/>
              <a:defRPr sz="4992" b="1"/>
            </a:lvl7pPr>
            <a:lvl8pPr marL="9984928" indent="0">
              <a:buNone/>
              <a:defRPr sz="4992" b="1"/>
            </a:lvl8pPr>
            <a:lvl9pPr marL="11411346" indent="0">
              <a:buNone/>
              <a:defRPr sz="49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2810" y="7815602"/>
            <a:ext cx="12867534" cy="114955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6635-2018-4C43-B607-9900752453D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C266A-D57C-4564-B445-77925849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10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6635-2018-4C43-B607-9900752453D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C266A-D57C-4564-B445-77925849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879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6635-2018-4C43-B607-9900752453D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C266A-D57C-4564-B445-77925849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486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1426422"/>
            <a:ext cx="9761984" cy="4992476"/>
          </a:xfrm>
        </p:spPr>
        <p:txBody>
          <a:bodyPr anchor="b"/>
          <a:lstStyle>
            <a:lvl1pPr>
              <a:defRPr sz="998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67534" y="3080679"/>
            <a:ext cx="15322808" cy="15205259"/>
          </a:xfrm>
        </p:spPr>
        <p:txBody>
          <a:bodyPr/>
          <a:lstStyle>
            <a:lvl1pPr>
              <a:defRPr sz="9984"/>
            </a:lvl1pPr>
            <a:lvl2pPr>
              <a:defRPr sz="8736"/>
            </a:lvl2pPr>
            <a:lvl3pPr>
              <a:defRPr sz="7488"/>
            </a:lvl3pPr>
            <a:lvl4pPr>
              <a:defRPr sz="6240"/>
            </a:lvl4pPr>
            <a:lvl5pPr>
              <a:defRPr sz="6240"/>
            </a:lvl5pPr>
            <a:lvl6pPr>
              <a:defRPr sz="6240"/>
            </a:lvl6pPr>
            <a:lvl7pPr>
              <a:defRPr sz="6240"/>
            </a:lvl7pPr>
            <a:lvl8pPr>
              <a:defRPr sz="6240"/>
            </a:lvl8pPr>
            <a:lvl9pPr>
              <a:defRPr sz="62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17" y="6418897"/>
            <a:ext cx="9761984" cy="11891802"/>
          </a:xfrm>
        </p:spPr>
        <p:txBody>
          <a:bodyPr/>
          <a:lstStyle>
            <a:lvl1pPr marL="0" indent="0">
              <a:buNone/>
              <a:defRPr sz="4992"/>
            </a:lvl1pPr>
            <a:lvl2pPr marL="1426418" indent="0">
              <a:buNone/>
              <a:defRPr sz="4368"/>
            </a:lvl2pPr>
            <a:lvl3pPr marL="2852837" indent="0">
              <a:buNone/>
              <a:defRPr sz="3744"/>
            </a:lvl3pPr>
            <a:lvl4pPr marL="4279255" indent="0">
              <a:buNone/>
              <a:defRPr sz="3120"/>
            </a:lvl4pPr>
            <a:lvl5pPr marL="5705673" indent="0">
              <a:buNone/>
              <a:defRPr sz="3120"/>
            </a:lvl5pPr>
            <a:lvl6pPr marL="7132091" indent="0">
              <a:buNone/>
              <a:defRPr sz="3120"/>
            </a:lvl6pPr>
            <a:lvl7pPr marL="8558510" indent="0">
              <a:buNone/>
              <a:defRPr sz="3120"/>
            </a:lvl7pPr>
            <a:lvl8pPr marL="9984928" indent="0">
              <a:buNone/>
              <a:defRPr sz="3120"/>
            </a:lvl8pPr>
            <a:lvl9pPr marL="11411346" indent="0">
              <a:buNone/>
              <a:defRPr sz="31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6635-2018-4C43-B607-9900752453D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C266A-D57C-4564-B445-77925849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43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1426422"/>
            <a:ext cx="9761984" cy="4992476"/>
          </a:xfrm>
        </p:spPr>
        <p:txBody>
          <a:bodyPr anchor="b"/>
          <a:lstStyle>
            <a:lvl1pPr>
              <a:defRPr sz="998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67534" y="3080679"/>
            <a:ext cx="15322808" cy="15205259"/>
          </a:xfrm>
        </p:spPr>
        <p:txBody>
          <a:bodyPr anchor="t"/>
          <a:lstStyle>
            <a:lvl1pPr marL="0" indent="0">
              <a:buNone/>
              <a:defRPr sz="9984"/>
            </a:lvl1pPr>
            <a:lvl2pPr marL="1426418" indent="0">
              <a:buNone/>
              <a:defRPr sz="8736"/>
            </a:lvl2pPr>
            <a:lvl3pPr marL="2852837" indent="0">
              <a:buNone/>
              <a:defRPr sz="7488"/>
            </a:lvl3pPr>
            <a:lvl4pPr marL="4279255" indent="0">
              <a:buNone/>
              <a:defRPr sz="6240"/>
            </a:lvl4pPr>
            <a:lvl5pPr marL="5705673" indent="0">
              <a:buNone/>
              <a:defRPr sz="6240"/>
            </a:lvl5pPr>
            <a:lvl6pPr marL="7132091" indent="0">
              <a:buNone/>
              <a:defRPr sz="6240"/>
            </a:lvl6pPr>
            <a:lvl7pPr marL="8558510" indent="0">
              <a:buNone/>
              <a:defRPr sz="6240"/>
            </a:lvl7pPr>
            <a:lvl8pPr marL="9984928" indent="0">
              <a:buNone/>
              <a:defRPr sz="6240"/>
            </a:lvl8pPr>
            <a:lvl9pPr marL="11411346" indent="0">
              <a:buNone/>
              <a:defRPr sz="62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17" y="6418897"/>
            <a:ext cx="9761984" cy="11891802"/>
          </a:xfrm>
        </p:spPr>
        <p:txBody>
          <a:bodyPr/>
          <a:lstStyle>
            <a:lvl1pPr marL="0" indent="0">
              <a:buNone/>
              <a:defRPr sz="4992"/>
            </a:lvl1pPr>
            <a:lvl2pPr marL="1426418" indent="0">
              <a:buNone/>
              <a:defRPr sz="4368"/>
            </a:lvl2pPr>
            <a:lvl3pPr marL="2852837" indent="0">
              <a:buNone/>
              <a:defRPr sz="3744"/>
            </a:lvl3pPr>
            <a:lvl4pPr marL="4279255" indent="0">
              <a:buNone/>
              <a:defRPr sz="3120"/>
            </a:lvl4pPr>
            <a:lvl5pPr marL="5705673" indent="0">
              <a:buNone/>
              <a:defRPr sz="3120"/>
            </a:lvl5pPr>
            <a:lvl6pPr marL="7132091" indent="0">
              <a:buNone/>
              <a:defRPr sz="3120"/>
            </a:lvl6pPr>
            <a:lvl7pPr marL="8558510" indent="0">
              <a:buNone/>
              <a:defRPr sz="3120"/>
            </a:lvl7pPr>
            <a:lvl8pPr marL="9984928" indent="0">
              <a:buNone/>
              <a:defRPr sz="3120"/>
            </a:lvl8pPr>
            <a:lvl9pPr marL="11411346" indent="0">
              <a:buNone/>
              <a:defRPr sz="31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6635-2018-4C43-B607-9900752453D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C266A-D57C-4564-B445-77925849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275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6635-2018-4C43-B607-9900752453D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C266A-D57C-4564-B445-77925849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1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0020" y="1139156"/>
            <a:ext cx="6526381" cy="1813239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0877" y="1139156"/>
            <a:ext cx="19200803" cy="181323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6635-2018-4C43-B607-9900752453D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C266A-D57C-4564-B445-77925849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172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0875" y="1139161"/>
            <a:ext cx="26105525" cy="4135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0875" y="5695781"/>
            <a:ext cx="26105525" cy="135757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0875" y="19831228"/>
            <a:ext cx="6810137" cy="1139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FF6635-2018-4C43-B607-9900752453D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6035" y="19831228"/>
            <a:ext cx="10215205" cy="1139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76263" y="19831228"/>
            <a:ext cx="6810137" cy="1139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4C266A-D57C-4564-B445-77925849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464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852837" rtl="0" eaLnBrk="1" latinLnBrk="0" hangingPunct="1">
        <a:lnSpc>
          <a:spcPct val="90000"/>
        </a:lnSpc>
        <a:spcBef>
          <a:spcPct val="0"/>
        </a:spcBef>
        <a:buNone/>
        <a:defRPr sz="137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3209" indent="-713209" algn="l" defTabSz="2852837" rtl="0" eaLnBrk="1" latinLnBrk="0" hangingPunct="1">
        <a:lnSpc>
          <a:spcPct val="90000"/>
        </a:lnSpc>
        <a:spcBef>
          <a:spcPts val="3120"/>
        </a:spcBef>
        <a:buFont typeface="Arial" panose="020B0604020202020204" pitchFamily="34" charset="0"/>
        <a:buChar char="•"/>
        <a:defRPr sz="8736" kern="1200">
          <a:solidFill>
            <a:schemeClr val="tx1"/>
          </a:solidFill>
          <a:latin typeface="+mn-lt"/>
          <a:ea typeface="+mn-ea"/>
          <a:cs typeface="+mn-cs"/>
        </a:defRPr>
      </a:lvl1pPr>
      <a:lvl2pPr marL="2139627" indent="-713209" algn="l" defTabSz="2852837" rtl="0" eaLnBrk="1" latinLnBrk="0" hangingPunct="1">
        <a:lnSpc>
          <a:spcPct val="90000"/>
        </a:lnSpc>
        <a:spcBef>
          <a:spcPts val="1560"/>
        </a:spcBef>
        <a:buFont typeface="Arial" panose="020B0604020202020204" pitchFamily="34" charset="0"/>
        <a:buChar char="•"/>
        <a:defRPr sz="7488" kern="1200">
          <a:solidFill>
            <a:schemeClr val="tx1"/>
          </a:solidFill>
          <a:latin typeface="+mn-lt"/>
          <a:ea typeface="+mn-ea"/>
          <a:cs typeface="+mn-cs"/>
        </a:defRPr>
      </a:lvl2pPr>
      <a:lvl3pPr marL="3566046" indent="-713209" algn="l" defTabSz="2852837" rtl="0" eaLnBrk="1" latinLnBrk="0" hangingPunct="1">
        <a:lnSpc>
          <a:spcPct val="90000"/>
        </a:lnSpc>
        <a:spcBef>
          <a:spcPts val="1560"/>
        </a:spcBef>
        <a:buFont typeface="Arial" panose="020B0604020202020204" pitchFamily="34" charset="0"/>
        <a:buChar char="•"/>
        <a:defRPr sz="6240" kern="1200">
          <a:solidFill>
            <a:schemeClr val="tx1"/>
          </a:solidFill>
          <a:latin typeface="+mn-lt"/>
          <a:ea typeface="+mn-ea"/>
          <a:cs typeface="+mn-cs"/>
        </a:defRPr>
      </a:lvl3pPr>
      <a:lvl4pPr marL="4992464" indent="-713209" algn="l" defTabSz="2852837" rtl="0" eaLnBrk="1" latinLnBrk="0" hangingPunct="1">
        <a:lnSpc>
          <a:spcPct val="90000"/>
        </a:lnSpc>
        <a:spcBef>
          <a:spcPts val="1560"/>
        </a:spcBef>
        <a:buFont typeface="Arial" panose="020B0604020202020204" pitchFamily="34" charset="0"/>
        <a:buChar char="•"/>
        <a:defRPr sz="5616" kern="1200">
          <a:solidFill>
            <a:schemeClr val="tx1"/>
          </a:solidFill>
          <a:latin typeface="+mn-lt"/>
          <a:ea typeface="+mn-ea"/>
          <a:cs typeface="+mn-cs"/>
        </a:defRPr>
      </a:lvl4pPr>
      <a:lvl5pPr marL="6418882" indent="-713209" algn="l" defTabSz="2852837" rtl="0" eaLnBrk="1" latinLnBrk="0" hangingPunct="1">
        <a:lnSpc>
          <a:spcPct val="90000"/>
        </a:lnSpc>
        <a:spcBef>
          <a:spcPts val="1560"/>
        </a:spcBef>
        <a:buFont typeface="Arial" panose="020B0604020202020204" pitchFamily="34" charset="0"/>
        <a:buChar char="•"/>
        <a:defRPr sz="5616" kern="1200">
          <a:solidFill>
            <a:schemeClr val="tx1"/>
          </a:solidFill>
          <a:latin typeface="+mn-lt"/>
          <a:ea typeface="+mn-ea"/>
          <a:cs typeface="+mn-cs"/>
        </a:defRPr>
      </a:lvl5pPr>
      <a:lvl6pPr marL="7845301" indent="-713209" algn="l" defTabSz="2852837" rtl="0" eaLnBrk="1" latinLnBrk="0" hangingPunct="1">
        <a:lnSpc>
          <a:spcPct val="90000"/>
        </a:lnSpc>
        <a:spcBef>
          <a:spcPts val="1560"/>
        </a:spcBef>
        <a:buFont typeface="Arial" panose="020B0604020202020204" pitchFamily="34" charset="0"/>
        <a:buChar char="•"/>
        <a:defRPr sz="5616" kern="1200">
          <a:solidFill>
            <a:schemeClr val="tx1"/>
          </a:solidFill>
          <a:latin typeface="+mn-lt"/>
          <a:ea typeface="+mn-ea"/>
          <a:cs typeface="+mn-cs"/>
        </a:defRPr>
      </a:lvl6pPr>
      <a:lvl7pPr marL="9271719" indent="-713209" algn="l" defTabSz="2852837" rtl="0" eaLnBrk="1" latinLnBrk="0" hangingPunct="1">
        <a:lnSpc>
          <a:spcPct val="90000"/>
        </a:lnSpc>
        <a:spcBef>
          <a:spcPts val="1560"/>
        </a:spcBef>
        <a:buFont typeface="Arial" panose="020B0604020202020204" pitchFamily="34" charset="0"/>
        <a:buChar char="•"/>
        <a:defRPr sz="5616" kern="1200">
          <a:solidFill>
            <a:schemeClr val="tx1"/>
          </a:solidFill>
          <a:latin typeface="+mn-lt"/>
          <a:ea typeface="+mn-ea"/>
          <a:cs typeface="+mn-cs"/>
        </a:defRPr>
      </a:lvl7pPr>
      <a:lvl8pPr marL="10698137" indent="-713209" algn="l" defTabSz="2852837" rtl="0" eaLnBrk="1" latinLnBrk="0" hangingPunct="1">
        <a:lnSpc>
          <a:spcPct val="90000"/>
        </a:lnSpc>
        <a:spcBef>
          <a:spcPts val="1560"/>
        </a:spcBef>
        <a:buFont typeface="Arial" panose="020B0604020202020204" pitchFamily="34" charset="0"/>
        <a:buChar char="•"/>
        <a:defRPr sz="5616" kern="1200">
          <a:solidFill>
            <a:schemeClr val="tx1"/>
          </a:solidFill>
          <a:latin typeface="+mn-lt"/>
          <a:ea typeface="+mn-ea"/>
          <a:cs typeface="+mn-cs"/>
        </a:defRPr>
      </a:lvl8pPr>
      <a:lvl9pPr marL="12124555" indent="-713209" algn="l" defTabSz="2852837" rtl="0" eaLnBrk="1" latinLnBrk="0" hangingPunct="1">
        <a:lnSpc>
          <a:spcPct val="90000"/>
        </a:lnSpc>
        <a:spcBef>
          <a:spcPts val="1560"/>
        </a:spcBef>
        <a:buFont typeface="Arial" panose="020B0604020202020204" pitchFamily="34" charset="0"/>
        <a:buChar char="•"/>
        <a:defRPr sz="56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2837" rtl="0" eaLnBrk="1" latinLnBrk="0" hangingPunct="1">
        <a:defRPr sz="5616" kern="1200">
          <a:solidFill>
            <a:schemeClr val="tx1"/>
          </a:solidFill>
          <a:latin typeface="+mn-lt"/>
          <a:ea typeface="+mn-ea"/>
          <a:cs typeface="+mn-cs"/>
        </a:defRPr>
      </a:lvl1pPr>
      <a:lvl2pPr marL="1426418" algn="l" defTabSz="2852837" rtl="0" eaLnBrk="1" latinLnBrk="0" hangingPunct="1">
        <a:defRPr sz="5616" kern="1200">
          <a:solidFill>
            <a:schemeClr val="tx1"/>
          </a:solidFill>
          <a:latin typeface="+mn-lt"/>
          <a:ea typeface="+mn-ea"/>
          <a:cs typeface="+mn-cs"/>
        </a:defRPr>
      </a:lvl2pPr>
      <a:lvl3pPr marL="2852837" algn="l" defTabSz="2852837" rtl="0" eaLnBrk="1" latinLnBrk="0" hangingPunct="1">
        <a:defRPr sz="5616" kern="1200">
          <a:solidFill>
            <a:schemeClr val="tx1"/>
          </a:solidFill>
          <a:latin typeface="+mn-lt"/>
          <a:ea typeface="+mn-ea"/>
          <a:cs typeface="+mn-cs"/>
        </a:defRPr>
      </a:lvl3pPr>
      <a:lvl4pPr marL="4279255" algn="l" defTabSz="2852837" rtl="0" eaLnBrk="1" latinLnBrk="0" hangingPunct="1">
        <a:defRPr sz="5616" kern="1200">
          <a:solidFill>
            <a:schemeClr val="tx1"/>
          </a:solidFill>
          <a:latin typeface="+mn-lt"/>
          <a:ea typeface="+mn-ea"/>
          <a:cs typeface="+mn-cs"/>
        </a:defRPr>
      </a:lvl4pPr>
      <a:lvl5pPr marL="5705673" algn="l" defTabSz="2852837" rtl="0" eaLnBrk="1" latinLnBrk="0" hangingPunct="1">
        <a:defRPr sz="5616" kern="1200">
          <a:solidFill>
            <a:schemeClr val="tx1"/>
          </a:solidFill>
          <a:latin typeface="+mn-lt"/>
          <a:ea typeface="+mn-ea"/>
          <a:cs typeface="+mn-cs"/>
        </a:defRPr>
      </a:lvl5pPr>
      <a:lvl6pPr marL="7132091" algn="l" defTabSz="2852837" rtl="0" eaLnBrk="1" latinLnBrk="0" hangingPunct="1">
        <a:defRPr sz="5616" kern="1200">
          <a:solidFill>
            <a:schemeClr val="tx1"/>
          </a:solidFill>
          <a:latin typeface="+mn-lt"/>
          <a:ea typeface="+mn-ea"/>
          <a:cs typeface="+mn-cs"/>
        </a:defRPr>
      </a:lvl6pPr>
      <a:lvl7pPr marL="8558510" algn="l" defTabSz="2852837" rtl="0" eaLnBrk="1" latinLnBrk="0" hangingPunct="1">
        <a:defRPr sz="5616" kern="1200">
          <a:solidFill>
            <a:schemeClr val="tx1"/>
          </a:solidFill>
          <a:latin typeface="+mn-lt"/>
          <a:ea typeface="+mn-ea"/>
          <a:cs typeface="+mn-cs"/>
        </a:defRPr>
      </a:lvl7pPr>
      <a:lvl8pPr marL="9984928" algn="l" defTabSz="2852837" rtl="0" eaLnBrk="1" latinLnBrk="0" hangingPunct="1">
        <a:defRPr sz="5616" kern="1200">
          <a:solidFill>
            <a:schemeClr val="tx1"/>
          </a:solidFill>
          <a:latin typeface="+mn-lt"/>
          <a:ea typeface="+mn-ea"/>
          <a:cs typeface="+mn-cs"/>
        </a:defRPr>
      </a:lvl8pPr>
      <a:lvl9pPr marL="11411346" algn="l" defTabSz="2852837" rtl="0" eaLnBrk="1" latinLnBrk="0" hangingPunct="1">
        <a:defRPr sz="56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19066" userDrawn="1">
          <p15:clr>
            <a:srgbClr val="F26B43"/>
          </p15:clr>
        </p15:guide>
        <p15:guide id="3" pos="102" userDrawn="1">
          <p15:clr>
            <a:srgbClr val="F26B43"/>
          </p15:clr>
        </p15:guide>
        <p15:guide id="4" pos="6321" userDrawn="1">
          <p15:clr>
            <a:srgbClr val="F26B43"/>
          </p15:clr>
        </p15:guide>
        <p15:guide id="5" pos="6423" userDrawn="1">
          <p15:clr>
            <a:srgbClr val="F26B43"/>
          </p15:clr>
        </p15:guide>
        <p15:guide id="6" pos="12643" userDrawn="1">
          <p15:clr>
            <a:srgbClr val="F26B43"/>
          </p15:clr>
        </p15:guide>
        <p15:guide id="7" pos="12744" userDrawn="1">
          <p15:clr>
            <a:srgbClr val="F26B43"/>
          </p15:clr>
        </p15:guide>
        <p15:guide id="8" pos="18964" userDrawn="1">
          <p15:clr>
            <a:srgbClr val="F26B43"/>
          </p15:clr>
        </p15:guide>
        <p15:guide id="9" orient="horz" userDrawn="1">
          <p15:clr>
            <a:srgbClr val="F26B43"/>
          </p15:clr>
        </p15:guide>
        <p15:guide id="10" orient="horz" pos="13478" userDrawn="1">
          <p15:clr>
            <a:srgbClr val="F26B43"/>
          </p15:clr>
        </p15:guide>
        <p15:guide id="11" orient="horz" pos="1667" userDrawn="1">
          <p15:clr>
            <a:srgbClr val="F26B43"/>
          </p15:clr>
        </p15:guide>
        <p15:guide id="12" orient="horz" pos="5502" userDrawn="1">
          <p15:clr>
            <a:srgbClr val="F26B43"/>
          </p15:clr>
        </p15:guide>
        <p15:guide id="13" orient="horz" pos="5604" userDrawn="1">
          <p15:clr>
            <a:srgbClr val="F26B43"/>
          </p15:clr>
        </p15:guide>
        <p15:guide id="14" orient="horz" pos="9439" userDrawn="1">
          <p15:clr>
            <a:srgbClr val="F26B43"/>
          </p15:clr>
        </p15:guide>
        <p15:guide id="15" orient="horz" pos="9540" userDrawn="1">
          <p15:clr>
            <a:srgbClr val="F26B43"/>
          </p15:clr>
        </p15:guide>
        <p15:guide id="16" orient="horz" pos="133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microsoft.com/office/2007/relationships/hdphoto" Target="../media/hdphoto2.wdp"/><Relationship Id="rId21" Type="http://schemas.openxmlformats.org/officeDocument/2006/relationships/image" Target="../media/image20.svg"/><Relationship Id="rId34" Type="http://schemas.openxmlformats.org/officeDocument/2006/relationships/image" Target="../media/image33.png"/><Relationship Id="rId42" Type="http://schemas.openxmlformats.org/officeDocument/2006/relationships/image" Target="../media/image39.png"/><Relationship Id="rId47" Type="http://schemas.openxmlformats.org/officeDocument/2006/relationships/image" Target="../media/image42.png"/><Relationship Id="rId50" Type="http://schemas.microsoft.com/office/2007/relationships/hdphoto" Target="../media/hdphoto6.wdp"/><Relationship Id="rId55" Type="http://schemas.openxmlformats.org/officeDocument/2006/relationships/image" Target="../media/image46.png"/><Relationship Id="rId63" Type="http://schemas.openxmlformats.org/officeDocument/2006/relationships/image" Target="../media/image5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sv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microsoft.com/office/2007/relationships/hdphoto" Target="../media/hdphoto1.wdp"/><Relationship Id="rId40" Type="http://schemas.openxmlformats.org/officeDocument/2006/relationships/image" Target="../media/image37.jpeg"/><Relationship Id="rId45" Type="http://schemas.openxmlformats.org/officeDocument/2006/relationships/image" Target="../media/image41.png"/><Relationship Id="rId53" Type="http://schemas.openxmlformats.org/officeDocument/2006/relationships/image" Target="../media/image45.png"/><Relationship Id="rId58" Type="http://schemas.openxmlformats.org/officeDocument/2006/relationships/image" Target="../media/image48.png"/><Relationship Id="rId5" Type="http://schemas.openxmlformats.org/officeDocument/2006/relationships/image" Target="../media/image4.svg"/><Relationship Id="rId61" Type="http://schemas.openxmlformats.org/officeDocument/2006/relationships/image" Target="../media/image50.png"/><Relationship Id="rId19" Type="http://schemas.openxmlformats.org/officeDocument/2006/relationships/image" Target="../media/image1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0.png"/><Relationship Id="rId48" Type="http://schemas.microsoft.com/office/2007/relationships/hdphoto" Target="../media/hdphoto5.wdp"/><Relationship Id="rId56" Type="http://schemas.microsoft.com/office/2007/relationships/hdphoto" Target="../media/hdphoto9.wdp"/><Relationship Id="rId8" Type="http://schemas.openxmlformats.org/officeDocument/2006/relationships/image" Target="../media/image7.png"/><Relationship Id="rId51" Type="http://schemas.openxmlformats.org/officeDocument/2006/relationships/image" Target="../media/image44.png"/><Relationship Id="rId3" Type="http://schemas.openxmlformats.org/officeDocument/2006/relationships/image" Target="../media/image2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33" Type="http://schemas.openxmlformats.org/officeDocument/2006/relationships/image" Target="../media/image32.png"/><Relationship Id="rId38" Type="http://schemas.openxmlformats.org/officeDocument/2006/relationships/image" Target="../media/image36.png"/><Relationship Id="rId46" Type="http://schemas.microsoft.com/office/2007/relationships/hdphoto" Target="../media/hdphoto4.wdp"/><Relationship Id="rId59" Type="http://schemas.openxmlformats.org/officeDocument/2006/relationships/image" Target="../media/image49.png"/><Relationship Id="rId20" Type="http://schemas.openxmlformats.org/officeDocument/2006/relationships/image" Target="../media/image19.png"/><Relationship Id="rId41" Type="http://schemas.openxmlformats.org/officeDocument/2006/relationships/image" Target="../media/image38.png"/><Relationship Id="rId54" Type="http://schemas.microsoft.com/office/2007/relationships/hdphoto" Target="../media/hdphoto8.wdp"/><Relationship Id="rId6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3.png"/><Relationship Id="rId57" Type="http://schemas.openxmlformats.org/officeDocument/2006/relationships/image" Target="../media/image47.jpeg"/><Relationship Id="rId10" Type="http://schemas.openxmlformats.org/officeDocument/2006/relationships/image" Target="../media/image9.png"/><Relationship Id="rId31" Type="http://schemas.openxmlformats.org/officeDocument/2006/relationships/image" Target="../media/image30.png"/><Relationship Id="rId44" Type="http://schemas.microsoft.com/office/2007/relationships/hdphoto" Target="../media/hdphoto3.wdp"/><Relationship Id="rId52" Type="http://schemas.microsoft.com/office/2007/relationships/hdphoto" Target="../media/hdphoto7.wdp"/><Relationship Id="rId60" Type="http://schemas.microsoft.com/office/2007/relationships/hdphoto" Target="../media/hdphoto10.wdp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0C7ECD-7206-46E3-D45B-64148E7D5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EAA054DA-4E35-1DD2-ECC2-7BB379B7A651}"/>
              </a:ext>
            </a:extLst>
          </p:cNvPr>
          <p:cNvSpPr/>
          <p:nvPr/>
        </p:nvSpPr>
        <p:spPr>
          <a:xfrm>
            <a:off x="169340" y="134667"/>
            <a:ext cx="29928595" cy="2349937"/>
          </a:xfrm>
          <a:prstGeom prst="snip2Diag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08ECEC-496E-00B5-507C-6792A825F877}"/>
              </a:ext>
            </a:extLst>
          </p:cNvPr>
          <p:cNvSpPr txBox="1"/>
          <p:nvPr/>
        </p:nvSpPr>
        <p:spPr>
          <a:xfrm>
            <a:off x="7036756" y="134667"/>
            <a:ext cx="12483103" cy="2376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362" b="1" dirty="0">
                <a:solidFill>
                  <a:schemeClr val="bg1"/>
                </a:solidFill>
                <a:latin typeface="Aptos Black" panose="020B0004020202020204" pitchFamily="34" charset="0"/>
              </a:rPr>
              <a:t>NFCAMPUS</a:t>
            </a:r>
            <a:endParaRPr lang="en-US" sz="4241" b="1" dirty="0">
              <a:solidFill>
                <a:schemeClr val="bg1"/>
              </a:solidFill>
              <a:latin typeface="Aptos Black" panose="020B0004020202020204" pitchFamily="34" charset="0"/>
            </a:endParaRPr>
          </a:p>
          <a:p>
            <a:pPr algn="ctr"/>
            <a:r>
              <a:rPr lang="en-US" sz="4241" b="1" dirty="0">
                <a:solidFill>
                  <a:schemeClr val="bg1"/>
                </a:solidFill>
                <a:latin typeface="Aptos Black" panose="020B0004020202020204" pitchFamily="34" charset="0"/>
              </a:rPr>
              <a:t>A DIGITAL STUDENT IDENTIFICATION &amp; ACCESS SYSTEM USING NFC TECHNOLOGY FOR ANDROID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A81178C-91C5-D880-A93C-20FB99EAEC49}"/>
              </a:ext>
            </a:extLst>
          </p:cNvPr>
          <p:cNvGrpSpPr/>
          <p:nvPr/>
        </p:nvGrpSpPr>
        <p:grpSpPr>
          <a:xfrm>
            <a:off x="167657" y="2646205"/>
            <a:ext cx="9867717" cy="4893135"/>
            <a:chOff x="228600" y="3743325"/>
            <a:chExt cx="13958888" cy="870444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40D7C64-D573-6854-5896-20DEA112FD3B}"/>
                </a:ext>
              </a:extLst>
            </p:cNvPr>
            <p:cNvSpPr/>
            <p:nvPr/>
          </p:nvSpPr>
          <p:spPr>
            <a:xfrm>
              <a:off x="228600" y="4800600"/>
              <a:ext cx="13958888" cy="76471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/>
            </a:p>
          </p:txBody>
        </p:sp>
        <p:sp>
          <p:nvSpPr>
            <p:cNvPr id="8" name="Rectangle: Single Corner Snipped 7">
              <a:extLst>
                <a:ext uri="{FF2B5EF4-FFF2-40B4-BE49-F238E27FC236}">
                  <a16:creationId xmlns:a16="http://schemas.microsoft.com/office/drawing/2014/main" id="{B0960C1F-937B-63E5-8B54-F4B79AA6561A}"/>
                </a:ext>
              </a:extLst>
            </p:cNvPr>
            <p:cNvSpPr/>
            <p:nvPr/>
          </p:nvSpPr>
          <p:spPr>
            <a:xfrm>
              <a:off x="228600" y="3743325"/>
              <a:ext cx="13958888" cy="1057275"/>
            </a:xfrm>
            <a:prstGeom prst="snip1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62" b="1" dirty="0"/>
                <a:t>BACKGROUND &amp; PROBLEM STATEMENT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2A19D89-1DD8-413D-7CB2-AA8ADC19E0DF}"/>
              </a:ext>
            </a:extLst>
          </p:cNvPr>
          <p:cNvSpPr txBox="1"/>
          <p:nvPr/>
        </p:nvSpPr>
        <p:spPr>
          <a:xfrm>
            <a:off x="266974" y="3434006"/>
            <a:ext cx="9669083" cy="353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Our college uses RFID access cards for entry into campus buildings, libraries, and labs.</a:t>
            </a:r>
          </a:p>
        </p:txBody>
      </p:sp>
      <p:pic>
        <p:nvPicPr>
          <p:cNvPr id="12" name="Graphic 11" descr="Brainstorm with solid fill">
            <a:extLst>
              <a:ext uri="{FF2B5EF4-FFF2-40B4-BE49-F238E27FC236}">
                <a16:creationId xmlns:a16="http://schemas.microsoft.com/office/drawing/2014/main" id="{87C4B96A-D70D-EF8D-D7E5-B064A99C70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3495" y="4331978"/>
            <a:ext cx="1422082" cy="142208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323525B-AD94-5B91-7EFB-BBBBAC259CD0}"/>
              </a:ext>
            </a:extLst>
          </p:cNvPr>
          <p:cNvSpPr txBox="1"/>
          <p:nvPr/>
        </p:nvSpPr>
        <p:spPr>
          <a:xfrm>
            <a:off x="266974" y="5646470"/>
            <a:ext cx="4463394" cy="1659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While effective, this system has a major flaw: “It relies solely on a physical card”. </a:t>
            </a:r>
          </a:p>
          <a:p>
            <a:pPr marL="242396" indent="-242396" algn="just">
              <a:buFont typeface="Wingdings" panose="05000000000000000000" pitchFamily="2" charset="2"/>
              <a:buChar char="§"/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Students are frequently locked out due to forgotten, lost, or damaged cards</a:t>
            </a:r>
          </a:p>
          <a:p>
            <a:pPr marL="242396" indent="-242396" algn="just">
              <a:buFont typeface="Wingdings" panose="05000000000000000000" pitchFamily="2" charset="2"/>
              <a:buChar char="§"/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Leading to missed classes, exams, and significant frustration.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7FE4D77-5E66-D660-EDA2-A7DB6BCCFA4C}"/>
              </a:ext>
            </a:extLst>
          </p:cNvPr>
          <p:cNvGrpSpPr/>
          <p:nvPr/>
        </p:nvGrpSpPr>
        <p:grpSpPr>
          <a:xfrm>
            <a:off x="919084" y="3945094"/>
            <a:ext cx="2950598" cy="403433"/>
            <a:chOff x="3069439" y="6134100"/>
            <a:chExt cx="4173921" cy="570697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724A02D-C264-76B5-89E9-BEDD24C534BB}"/>
                </a:ext>
              </a:extLst>
            </p:cNvPr>
            <p:cNvSpPr/>
            <p:nvPr/>
          </p:nvSpPr>
          <p:spPr>
            <a:xfrm>
              <a:off x="3525837" y="6134100"/>
              <a:ext cx="3265487" cy="570697"/>
            </a:xfrm>
            <a:prstGeom prst="rect">
              <a:avLst/>
            </a:prstGeom>
            <a:solidFill>
              <a:srgbClr val="1C82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979" b="1" dirty="0">
                  <a:latin typeface="Calibri" panose="020F0502020204030204" pitchFamily="34" charset="0"/>
                  <a:cs typeface="Calibri" panose="020F0502020204030204" pitchFamily="34" charset="0"/>
                </a:rPr>
                <a:t>PROBLEM</a:t>
              </a:r>
            </a:p>
          </p:txBody>
        </p:sp>
        <p:sp>
          <p:nvSpPr>
            <p:cNvPr id="22" name="Flowchart: Off-page Connector 21">
              <a:extLst>
                <a:ext uri="{FF2B5EF4-FFF2-40B4-BE49-F238E27FC236}">
                  <a16:creationId xmlns:a16="http://schemas.microsoft.com/office/drawing/2014/main" id="{D95B1B14-425F-477D-7505-E7759062AED5}"/>
                </a:ext>
              </a:extLst>
            </p:cNvPr>
            <p:cNvSpPr/>
            <p:nvPr/>
          </p:nvSpPr>
          <p:spPr>
            <a:xfrm rot="5400000">
              <a:off x="6696074" y="6134100"/>
              <a:ext cx="523876" cy="570697"/>
            </a:xfrm>
            <a:prstGeom prst="flowChartOffpageConnector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23" name="Flowchart: Off-page Connector 22">
              <a:extLst>
                <a:ext uri="{FF2B5EF4-FFF2-40B4-BE49-F238E27FC236}">
                  <a16:creationId xmlns:a16="http://schemas.microsoft.com/office/drawing/2014/main" id="{2B04E960-4B15-D9D5-C1E9-9C46E9AE1453}"/>
                </a:ext>
              </a:extLst>
            </p:cNvPr>
            <p:cNvSpPr/>
            <p:nvPr/>
          </p:nvSpPr>
          <p:spPr>
            <a:xfrm rot="16200000">
              <a:off x="3092850" y="6134100"/>
              <a:ext cx="523876" cy="570697"/>
            </a:xfrm>
            <a:prstGeom prst="flowChartOffpageConnector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444F821-8080-F3B1-646A-5EC71F9726E3}"/>
              </a:ext>
            </a:extLst>
          </p:cNvPr>
          <p:cNvGrpSpPr/>
          <p:nvPr/>
        </p:nvGrpSpPr>
        <p:grpSpPr>
          <a:xfrm>
            <a:off x="6333350" y="3945094"/>
            <a:ext cx="2950598" cy="403433"/>
            <a:chOff x="3069439" y="6134100"/>
            <a:chExt cx="4173921" cy="570697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67E1B6D-AEAA-19F9-F3D4-40AB6F8A7E2B}"/>
                </a:ext>
              </a:extLst>
            </p:cNvPr>
            <p:cNvSpPr/>
            <p:nvPr/>
          </p:nvSpPr>
          <p:spPr>
            <a:xfrm>
              <a:off x="3525837" y="6134100"/>
              <a:ext cx="3265487" cy="570697"/>
            </a:xfrm>
            <a:prstGeom prst="rect">
              <a:avLst/>
            </a:prstGeom>
            <a:solidFill>
              <a:srgbClr val="1C82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979" b="1" dirty="0">
                  <a:latin typeface="Calibri" panose="020F0502020204030204" pitchFamily="34" charset="0"/>
                  <a:cs typeface="Calibri" panose="020F0502020204030204" pitchFamily="34" charset="0"/>
                </a:rPr>
                <a:t>SOLUTION</a:t>
              </a:r>
            </a:p>
          </p:txBody>
        </p:sp>
        <p:sp>
          <p:nvSpPr>
            <p:cNvPr id="26" name="Flowchart: Off-page Connector 25">
              <a:extLst>
                <a:ext uri="{FF2B5EF4-FFF2-40B4-BE49-F238E27FC236}">
                  <a16:creationId xmlns:a16="http://schemas.microsoft.com/office/drawing/2014/main" id="{EE8D7F30-6D37-ADD3-B9B2-C44235D85F6E}"/>
                </a:ext>
              </a:extLst>
            </p:cNvPr>
            <p:cNvSpPr/>
            <p:nvPr/>
          </p:nvSpPr>
          <p:spPr>
            <a:xfrm rot="5400000">
              <a:off x="6696074" y="6134100"/>
              <a:ext cx="523876" cy="570697"/>
            </a:xfrm>
            <a:prstGeom prst="flowChartOffpageConnector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27" name="Flowchart: Off-page Connector 26">
              <a:extLst>
                <a:ext uri="{FF2B5EF4-FFF2-40B4-BE49-F238E27FC236}">
                  <a16:creationId xmlns:a16="http://schemas.microsoft.com/office/drawing/2014/main" id="{00D7C2E4-764D-FCFF-1822-7BE88FBD9C01}"/>
                </a:ext>
              </a:extLst>
            </p:cNvPr>
            <p:cNvSpPr/>
            <p:nvPr/>
          </p:nvSpPr>
          <p:spPr>
            <a:xfrm rot="16200000">
              <a:off x="3092850" y="6134100"/>
              <a:ext cx="523876" cy="570697"/>
            </a:xfrm>
            <a:prstGeom prst="flowChartOffpageConnector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D102E202-3D1C-349E-4BA3-6852AAD19B70}"/>
              </a:ext>
            </a:extLst>
          </p:cNvPr>
          <p:cNvSpPr txBox="1"/>
          <p:nvPr/>
        </p:nvSpPr>
        <p:spPr>
          <a:xfrm>
            <a:off x="5440195" y="5646470"/>
            <a:ext cx="4495862" cy="1920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The core issue is that the system identifies the card, not the person. </a:t>
            </a:r>
          </a:p>
          <a:p>
            <a:pPr marL="242396" indent="-242396" algn="just">
              <a:buFont typeface="Wingdings" panose="05000000000000000000" pitchFamily="2" charset="2"/>
              <a:buChar char="§"/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Our solution leverages NFC technology on smartphones</a:t>
            </a:r>
          </a:p>
          <a:p>
            <a:pPr marL="242396" indent="-242396" algn="just">
              <a:buFont typeface="Wingdings" panose="05000000000000000000" pitchFamily="2" charset="2"/>
              <a:buChar char="§"/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Creating a digital credential that integrates access control into a device students always carry.</a:t>
            </a:r>
          </a:p>
        </p:txBody>
      </p:sp>
      <p:pic>
        <p:nvPicPr>
          <p:cNvPr id="30" name="Graphic 29" descr="Document with solid fill">
            <a:extLst>
              <a:ext uri="{FF2B5EF4-FFF2-40B4-BE49-F238E27FC236}">
                <a16:creationId xmlns:a16="http://schemas.microsoft.com/office/drawing/2014/main" id="{2068C033-4A7B-87E1-505B-EB6F122881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1050" y="4331978"/>
            <a:ext cx="1422082" cy="142208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84F7C62-8DD5-2593-1A56-2D9BB4239F96}"/>
              </a:ext>
            </a:extLst>
          </p:cNvPr>
          <p:cNvSpPr txBox="1"/>
          <p:nvPr/>
        </p:nvSpPr>
        <p:spPr>
          <a:xfrm>
            <a:off x="4766200" y="5211199"/>
            <a:ext cx="673996" cy="52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28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75AEA26-C220-20AA-CA4F-505400F0181F}"/>
              </a:ext>
            </a:extLst>
          </p:cNvPr>
          <p:cNvGrpSpPr/>
          <p:nvPr/>
        </p:nvGrpSpPr>
        <p:grpSpPr>
          <a:xfrm>
            <a:off x="167657" y="7732802"/>
            <a:ext cx="9867717" cy="6259088"/>
            <a:chOff x="228600" y="3743325"/>
            <a:chExt cx="13958888" cy="1113434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5D000C3-92AA-21B2-0A59-9937037C18BF}"/>
                </a:ext>
              </a:extLst>
            </p:cNvPr>
            <p:cNvSpPr/>
            <p:nvPr/>
          </p:nvSpPr>
          <p:spPr>
            <a:xfrm>
              <a:off x="228600" y="4800599"/>
              <a:ext cx="13958888" cy="100770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/>
            </a:p>
          </p:txBody>
        </p:sp>
        <p:sp>
          <p:nvSpPr>
            <p:cNvPr id="35" name="Rectangle: Single Corner Snipped 34">
              <a:extLst>
                <a:ext uri="{FF2B5EF4-FFF2-40B4-BE49-F238E27FC236}">
                  <a16:creationId xmlns:a16="http://schemas.microsoft.com/office/drawing/2014/main" id="{5B7B967A-3F35-2163-1569-8284933E0CB8}"/>
                </a:ext>
              </a:extLst>
            </p:cNvPr>
            <p:cNvSpPr/>
            <p:nvPr/>
          </p:nvSpPr>
          <p:spPr>
            <a:xfrm>
              <a:off x="228600" y="3743325"/>
              <a:ext cx="13958888" cy="1057275"/>
            </a:xfrm>
            <a:prstGeom prst="snip1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62" b="1" dirty="0"/>
                <a:t>OBJECTIVES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CC79CF1-41A9-D7C3-3D70-7476018257A3}"/>
              </a:ext>
            </a:extLst>
          </p:cNvPr>
          <p:cNvGrpSpPr/>
          <p:nvPr/>
        </p:nvGrpSpPr>
        <p:grpSpPr>
          <a:xfrm>
            <a:off x="703422" y="8439804"/>
            <a:ext cx="8387975" cy="1081146"/>
            <a:chOff x="984114" y="12053259"/>
            <a:chExt cx="11865643" cy="1529391"/>
          </a:xfrm>
        </p:grpSpPr>
        <p:sp>
          <p:nvSpPr>
            <p:cNvPr id="38" name="Arrow: Pentagon 37">
              <a:extLst>
                <a:ext uri="{FF2B5EF4-FFF2-40B4-BE49-F238E27FC236}">
                  <a16:creationId xmlns:a16="http://schemas.microsoft.com/office/drawing/2014/main" id="{FF7481DB-1389-DC19-8A86-1A147DC6F6C8}"/>
                </a:ext>
              </a:extLst>
            </p:cNvPr>
            <p:cNvSpPr/>
            <p:nvPr/>
          </p:nvSpPr>
          <p:spPr>
            <a:xfrm rot="10800000" flipV="1">
              <a:off x="1515007" y="12053259"/>
              <a:ext cx="11334750" cy="1529391"/>
            </a:xfrm>
            <a:prstGeom prst="homePlate">
              <a:avLst/>
            </a:prstGeom>
            <a:noFill/>
            <a:ln w="38100"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97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Develop a secure and reliable smartphone-based authentication system that supplements the existing college access card system.</a:t>
              </a:r>
            </a:p>
          </p:txBody>
        </p:sp>
        <p:pic>
          <p:nvPicPr>
            <p:cNvPr id="40" name="Graphic 39" descr="Bullseye with solid fill">
              <a:extLst>
                <a:ext uri="{FF2B5EF4-FFF2-40B4-BE49-F238E27FC236}">
                  <a16:creationId xmlns:a16="http://schemas.microsoft.com/office/drawing/2014/main" id="{1FBC18B8-4459-CD8A-7D8B-19E9CA4FDF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84114" y="12242439"/>
              <a:ext cx="1119842" cy="1119842"/>
            </a:xfrm>
            <a:prstGeom prst="rect">
              <a:avLst/>
            </a:prstGeom>
          </p:spPr>
        </p:pic>
      </p:grpSp>
      <p:sp>
        <p:nvSpPr>
          <p:cNvPr id="42" name="Straight Connector 41">
            <a:extLst>
              <a:ext uri="{FF2B5EF4-FFF2-40B4-BE49-F238E27FC236}">
                <a16:creationId xmlns:a16="http://schemas.microsoft.com/office/drawing/2014/main" id="{D92290CD-B7DE-3853-D72B-6F7380E4455C}"/>
              </a:ext>
            </a:extLst>
          </p:cNvPr>
          <p:cNvSpPr/>
          <p:nvPr/>
        </p:nvSpPr>
        <p:spPr>
          <a:xfrm>
            <a:off x="398650" y="10154853"/>
            <a:ext cx="9372815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PK" sz="90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F756118B-77FC-A432-D04E-5924F45B51A8}"/>
              </a:ext>
            </a:extLst>
          </p:cNvPr>
          <p:cNvSpPr/>
          <p:nvPr/>
        </p:nvSpPr>
        <p:spPr>
          <a:xfrm>
            <a:off x="1095952" y="10293911"/>
            <a:ext cx="1541235" cy="440117"/>
          </a:xfrm>
          <a:custGeom>
            <a:avLst/>
            <a:gdLst>
              <a:gd name="connsiteX0" fmla="*/ 0 w 2651759"/>
              <a:gd name="connsiteY0" fmla="*/ 0 h 1614584"/>
              <a:gd name="connsiteX1" fmla="*/ 2651759 w 2651759"/>
              <a:gd name="connsiteY1" fmla="*/ 0 h 1614584"/>
              <a:gd name="connsiteX2" fmla="*/ 2651759 w 2651759"/>
              <a:gd name="connsiteY2" fmla="*/ 1614584 h 1614584"/>
              <a:gd name="connsiteX3" fmla="*/ 0 w 2651759"/>
              <a:gd name="connsiteY3" fmla="*/ 1614584 h 1614584"/>
              <a:gd name="connsiteX4" fmla="*/ 0 w 2651759"/>
              <a:gd name="connsiteY4" fmla="*/ 0 h 1614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51759" h="1614584">
                <a:moveTo>
                  <a:pt x="0" y="0"/>
                </a:moveTo>
                <a:lnTo>
                  <a:pt x="2651759" y="0"/>
                </a:lnTo>
                <a:lnTo>
                  <a:pt x="2651759" y="1614584"/>
                </a:lnTo>
                <a:lnTo>
                  <a:pt x="0" y="16145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187" tIns="86187" rIns="86187" bIns="86187" numCol="1" spcCol="1270" anchor="t" anchorCtr="0">
            <a:noAutofit/>
          </a:bodyPr>
          <a:lstStyle/>
          <a:p>
            <a:pPr defTabSz="100549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979" b="1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Specific</a:t>
            </a:r>
            <a:endParaRPr lang="en-PK" sz="1979" b="1" dirty="0">
              <a:solidFill>
                <a:srgbClr val="15608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971DB41C-3D90-D6F3-2CA0-55DB46F33BC6}"/>
              </a:ext>
            </a:extLst>
          </p:cNvPr>
          <p:cNvSpPr/>
          <p:nvPr/>
        </p:nvSpPr>
        <p:spPr>
          <a:xfrm>
            <a:off x="2630452" y="10191534"/>
            <a:ext cx="7196749" cy="644186"/>
          </a:xfrm>
          <a:custGeom>
            <a:avLst/>
            <a:gdLst>
              <a:gd name="connsiteX0" fmla="*/ 0 w 10408157"/>
              <a:gd name="connsiteY0" fmla="*/ 0 h 1466370"/>
              <a:gd name="connsiteX1" fmla="*/ 10408157 w 10408157"/>
              <a:gd name="connsiteY1" fmla="*/ 0 h 1466370"/>
              <a:gd name="connsiteX2" fmla="*/ 10408157 w 10408157"/>
              <a:gd name="connsiteY2" fmla="*/ 1466370 h 1466370"/>
              <a:gd name="connsiteX3" fmla="*/ 0 w 10408157"/>
              <a:gd name="connsiteY3" fmla="*/ 1466370 h 1466370"/>
              <a:gd name="connsiteX4" fmla="*/ 0 w 10408157"/>
              <a:gd name="connsiteY4" fmla="*/ 0 h 1466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08157" h="1466370">
                <a:moveTo>
                  <a:pt x="0" y="0"/>
                </a:moveTo>
                <a:lnTo>
                  <a:pt x="10408157" y="0"/>
                </a:lnTo>
                <a:lnTo>
                  <a:pt x="10408157" y="1466370"/>
                </a:lnTo>
                <a:lnTo>
                  <a:pt x="0" y="146637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187" tIns="86187" rIns="86187" bIns="86187" numCol="1" spcCol="1270" anchor="t" anchorCtr="0">
            <a:spAutoFit/>
          </a:bodyPr>
          <a:lstStyle/>
          <a:p>
            <a:pPr algn="just" defTabSz="100549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Develop a functional mobile application prototype that can emulate the college access card’s credentials through NFC</a:t>
            </a:r>
            <a:endParaRPr lang="en-PK" sz="169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Straight Connector 45">
            <a:extLst>
              <a:ext uri="{FF2B5EF4-FFF2-40B4-BE49-F238E27FC236}">
                <a16:creationId xmlns:a16="http://schemas.microsoft.com/office/drawing/2014/main" id="{2D656756-FCA9-CD1B-501C-67365E7F647D}"/>
              </a:ext>
            </a:extLst>
          </p:cNvPr>
          <p:cNvSpPr/>
          <p:nvPr/>
        </p:nvSpPr>
        <p:spPr>
          <a:xfrm>
            <a:off x="398650" y="10900810"/>
            <a:ext cx="9372815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PK" sz="900" dirty="0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73325643-7A5E-E94D-15A7-18123D6F27CB}"/>
              </a:ext>
            </a:extLst>
          </p:cNvPr>
          <p:cNvSpPr/>
          <p:nvPr/>
        </p:nvSpPr>
        <p:spPr>
          <a:xfrm>
            <a:off x="1060564" y="11118818"/>
            <a:ext cx="1541235" cy="462380"/>
          </a:xfrm>
          <a:custGeom>
            <a:avLst/>
            <a:gdLst>
              <a:gd name="connsiteX0" fmla="*/ 0 w 2651759"/>
              <a:gd name="connsiteY0" fmla="*/ 0 h 1614584"/>
              <a:gd name="connsiteX1" fmla="*/ 2651759 w 2651759"/>
              <a:gd name="connsiteY1" fmla="*/ 0 h 1614584"/>
              <a:gd name="connsiteX2" fmla="*/ 2651759 w 2651759"/>
              <a:gd name="connsiteY2" fmla="*/ 1614584 h 1614584"/>
              <a:gd name="connsiteX3" fmla="*/ 0 w 2651759"/>
              <a:gd name="connsiteY3" fmla="*/ 1614584 h 1614584"/>
              <a:gd name="connsiteX4" fmla="*/ 0 w 2651759"/>
              <a:gd name="connsiteY4" fmla="*/ 0 h 1614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51759" h="1614584">
                <a:moveTo>
                  <a:pt x="0" y="0"/>
                </a:moveTo>
                <a:lnTo>
                  <a:pt x="2651759" y="0"/>
                </a:lnTo>
                <a:lnTo>
                  <a:pt x="2651759" y="1614584"/>
                </a:lnTo>
                <a:lnTo>
                  <a:pt x="0" y="16145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187" tIns="86187" rIns="86187" bIns="86187" numCol="1" spcCol="1270" anchor="t" anchorCtr="0">
            <a:noAutofit/>
          </a:bodyPr>
          <a:lstStyle/>
          <a:p>
            <a:pPr defTabSz="100549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979" b="1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Measurable</a:t>
            </a:r>
            <a:endParaRPr lang="en-PK" sz="1979" b="1" dirty="0">
              <a:solidFill>
                <a:srgbClr val="15608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029998B7-80E5-A7B9-1169-8C43717D4FA4}"/>
              </a:ext>
            </a:extLst>
          </p:cNvPr>
          <p:cNvSpPr/>
          <p:nvPr/>
        </p:nvSpPr>
        <p:spPr>
          <a:xfrm>
            <a:off x="2630451" y="11027571"/>
            <a:ext cx="7196749" cy="644186"/>
          </a:xfrm>
          <a:custGeom>
            <a:avLst/>
            <a:gdLst>
              <a:gd name="connsiteX0" fmla="*/ 0 w 10408157"/>
              <a:gd name="connsiteY0" fmla="*/ 0 h 1466370"/>
              <a:gd name="connsiteX1" fmla="*/ 10408157 w 10408157"/>
              <a:gd name="connsiteY1" fmla="*/ 0 h 1466370"/>
              <a:gd name="connsiteX2" fmla="*/ 10408157 w 10408157"/>
              <a:gd name="connsiteY2" fmla="*/ 1466370 h 1466370"/>
              <a:gd name="connsiteX3" fmla="*/ 0 w 10408157"/>
              <a:gd name="connsiteY3" fmla="*/ 1466370 h 1466370"/>
              <a:gd name="connsiteX4" fmla="*/ 0 w 10408157"/>
              <a:gd name="connsiteY4" fmla="*/ 0 h 1466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08157" h="1466370">
                <a:moveTo>
                  <a:pt x="0" y="0"/>
                </a:moveTo>
                <a:lnTo>
                  <a:pt x="10408157" y="0"/>
                </a:lnTo>
                <a:lnTo>
                  <a:pt x="10408157" y="1466370"/>
                </a:lnTo>
                <a:lnTo>
                  <a:pt x="0" y="146637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187" tIns="86187" rIns="86187" bIns="86187" numCol="1" spcCol="1270" anchor="t" anchorCtr="0">
            <a:spAutoFit/>
          </a:bodyPr>
          <a:lstStyle/>
          <a:p>
            <a:pPr algn="just" defTabSz="100549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Prototype should successfully interact with test reader and trigger the “unlock” signal</a:t>
            </a:r>
            <a:endParaRPr lang="en-PK" sz="169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Straight Connector 49">
            <a:extLst>
              <a:ext uri="{FF2B5EF4-FFF2-40B4-BE49-F238E27FC236}">
                <a16:creationId xmlns:a16="http://schemas.microsoft.com/office/drawing/2014/main" id="{BE7CA867-B116-FF32-AA89-8F4ACEB3313F}"/>
              </a:ext>
            </a:extLst>
          </p:cNvPr>
          <p:cNvSpPr/>
          <p:nvPr/>
        </p:nvSpPr>
        <p:spPr>
          <a:xfrm>
            <a:off x="398650" y="11735429"/>
            <a:ext cx="9372815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PK" sz="900" dirty="0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BD158FD2-4905-8FDA-01A8-7584E12F2C4A}"/>
              </a:ext>
            </a:extLst>
          </p:cNvPr>
          <p:cNvSpPr/>
          <p:nvPr/>
        </p:nvSpPr>
        <p:spPr>
          <a:xfrm>
            <a:off x="1060564" y="11877689"/>
            <a:ext cx="1541235" cy="445007"/>
          </a:xfrm>
          <a:custGeom>
            <a:avLst/>
            <a:gdLst>
              <a:gd name="connsiteX0" fmla="*/ 0 w 2651759"/>
              <a:gd name="connsiteY0" fmla="*/ 0 h 1614584"/>
              <a:gd name="connsiteX1" fmla="*/ 2651759 w 2651759"/>
              <a:gd name="connsiteY1" fmla="*/ 0 h 1614584"/>
              <a:gd name="connsiteX2" fmla="*/ 2651759 w 2651759"/>
              <a:gd name="connsiteY2" fmla="*/ 1614584 h 1614584"/>
              <a:gd name="connsiteX3" fmla="*/ 0 w 2651759"/>
              <a:gd name="connsiteY3" fmla="*/ 1614584 h 1614584"/>
              <a:gd name="connsiteX4" fmla="*/ 0 w 2651759"/>
              <a:gd name="connsiteY4" fmla="*/ 0 h 1614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51759" h="1614584">
                <a:moveTo>
                  <a:pt x="0" y="0"/>
                </a:moveTo>
                <a:lnTo>
                  <a:pt x="2651759" y="0"/>
                </a:lnTo>
                <a:lnTo>
                  <a:pt x="2651759" y="1614584"/>
                </a:lnTo>
                <a:lnTo>
                  <a:pt x="0" y="16145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187" tIns="86187" rIns="86187" bIns="86187" numCol="1" spcCol="1270" anchor="t" anchorCtr="0">
            <a:noAutofit/>
          </a:bodyPr>
          <a:lstStyle/>
          <a:p>
            <a:pPr defTabSz="100549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979" b="1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Achievable</a:t>
            </a:r>
            <a:endParaRPr lang="en-PK" sz="1979" b="1" dirty="0">
              <a:solidFill>
                <a:srgbClr val="15608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B98F1697-420E-16A7-B7A5-3F664268E13A}"/>
              </a:ext>
            </a:extLst>
          </p:cNvPr>
          <p:cNvSpPr/>
          <p:nvPr/>
        </p:nvSpPr>
        <p:spPr>
          <a:xfrm>
            <a:off x="2637187" y="11895675"/>
            <a:ext cx="7342038" cy="409122"/>
          </a:xfrm>
          <a:custGeom>
            <a:avLst/>
            <a:gdLst>
              <a:gd name="connsiteX0" fmla="*/ 0 w 10408157"/>
              <a:gd name="connsiteY0" fmla="*/ 0 h 1466370"/>
              <a:gd name="connsiteX1" fmla="*/ 10408157 w 10408157"/>
              <a:gd name="connsiteY1" fmla="*/ 0 h 1466370"/>
              <a:gd name="connsiteX2" fmla="*/ 10408157 w 10408157"/>
              <a:gd name="connsiteY2" fmla="*/ 1466370 h 1466370"/>
              <a:gd name="connsiteX3" fmla="*/ 0 w 10408157"/>
              <a:gd name="connsiteY3" fmla="*/ 1466370 h 1466370"/>
              <a:gd name="connsiteX4" fmla="*/ 0 w 10408157"/>
              <a:gd name="connsiteY4" fmla="*/ 0 h 1466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08157" h="1466370">
                <a:moveTo>
                  <a:pt x="0" y="0"/>
                </a:moveTo>
                <a:lnTo>
                  <a:pt x="10408157" y="0"/>
                </a:lnTo>
                <a:lnTo>
                  <a:pt x="10408157" y="1466370"/>
                </a:lnTo>
                <a:lnTo>
                  <a:pt x="0" y="146637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187" tIns="86187" rIns="86187" bIns="86187" numCol="1" spcCol="1270" anchor="t" anchorCtr="0">
            <a:spAutoFit/>
          </a:bodyPr>
          <a:lstStyle/>
          <a:p>
            <a:pPr algn="just" defTabSz="100549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Use Android Studio and Host Card Emulation (HCE) for Android phones</a:t>
            </a:r>
            <a:endParaRPr lang="en-PK" sz="169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Straight Connector 53">
            <a:extLst>
              <a:ext uri="{FF2B5EF4-FFF2-40B4-BE49-F238E27FC236}">
                <a16:creationId xmlns:a16="http://schemas.microsoft.com/office/drawing/2014/main" id="{07053FF6-853F-7ABF-F2C3-B35FF6826B61}"/>
              </a:ext>
            </a:extLst>
          </p:cNvPr>
          <p:cNvSpPr/>
          <p:nvPr/>
        </p:nvSpPr>
        <p:spPr>
          <a:xfrm>
            <a:off x="398650" y="12433932"/>
            <a:ext cx="9372815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PK" sz="900" dirty="0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F9D3A1BA-D68B-F6A1-C82B-FE2B13BA9E9A}"/>
              </a:ext>
            </a:extLst>
          </p:cNvPr>
          <p:cNvSpPr/>
          <p:nvPr/>
        </p:nvSpPr>
        <p:spPr>
          <a:xfrm>
            <a:off x="1060564" y="12532652"/>
            <a:ext cx="1541235" cy="465809"/>
          </a:xfrm>
          <a:custGeom>
            <a:avLst/>
            <a:gdLst>
              <a:gd name="connsiteX0" fmla="*/ 0 w 2651759"/>
              <a:gd name="connsiteY0" fmla="*/ 0 h 1614584"/>
              <a:gd name="connsiteX1" fmla="*/ 2651759 w 2651759"/>
              <a:gd name="connsiteY1" fmla="*/ 0 h 1614584"/>
              <a:gd name="connsiteX2" fmla="*/ 2651759 w 2651759"/>
              <a:gd name="connsiteY2" fmla="*/ 1614584 h 1614584"/>
              <a:gd name="connsiteX3" fmla="*/ 0 w 2651759"/>
              <a:gd name="connsiteY3" fmla="*/ 1614584 h 1614584"/>
              <a:gd name="connsiteX4" fmla="*/ 0 w 2651759"/>
              <a:gd name="connsiteY4" fmla="*/ 0 h 1614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51759" h="1614584">
                <a:moveTo>
                  <a:pt x="0" y="0"/>
                </a:moveTo>
                <a:lnTo>
                  <a:pt x="2651759" y="0"/>
                </a:lnTo>
                <a:lnTo>
                  <a:pt x="2651759" y="1614584"/>
                </a:lnTo>
                <a:lnTo>
                  <a:pt x="0" y="16145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187" tIns="86187" rIns="86187" bIns="86187" numCol="1" spcCol="1270" anchor="t" anchorCtr="0">
            <a:noAutofit/>
          </a:bodyPr>
          <a:lstStyle/>
          <a:p>
            <a:pPr defTabSz="100549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979" b="1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Relevant</a:t>
            </a:r>
            <a:endParaRPr lang="en-PK" sz="1979" b="1" dirty="0">
              <a:solidFill>
                <a:srgbClr val="15608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6E49B6B0-139A-1E05-8317-441050431589}"/>
              </a:ext>
            </a:extLst>
          </p:cNvPr>
          <p:cNvSpPr/>
          <p:nvPr/>
        </p:nvSpPr>
        <p:spPr>
          <a:xfrm>
            <a:off x="2637187" y="12561040"/>
            <a:ext cx="7342038" cy="409122"/>
          </a:xfrm>
          <a:custGeom>
            <a:avLst/>
            <a:gdLst>
              <a:gd name="connsiteX0" fmla="*/ 0 w 10408157"/>
              <a:gd name="connsiteY0" fmla="*/ 0 h 1466370"/>
              <a:gd name="connsiteX1" fmla="*/ 10408157 w 10408157"/>
              <a:gd name="connsiteY1" fmla="*/ 0 h 1466370"/>
              <a:gd name="connsiteX2" fmla="*/ 10408157 w 10408157"/>
              <a:gd name="connsiteY2" fmla="*/ 1466370 h 1466370"/>
              <a:gd name="connsiteX3" fmla="*/ 0 w 10408157"/>
              <a:gd name="connsiteY3" fmla="*/ 1466370 h 1466370"/>
              <a:gd name="connsiteX4" fmla="*/ 0 w 10408157"/>
              <a:gd name="connsiteY4" fmla="*/ 0 h 1466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08157" h="1466370">
                <a:moveTo>
                  <a:pt x="0" y="0"/>
                </a:moveTo>
                <a:lnTo>
                  <a:pt x="10408157" y="0"/>
                </a:lnTo>
                <a:lnTo>
                  <a:pt x="10408157" y="1466370"/>
                </a:lnTo>
                <a:lnTo>
                  <a:pt x="0" y="146637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187" tIns="86187" rIns="86187" bIns="86187" numCol="1" spcCol="1270" anchor="t" anchorCtr="0">
            <a:spAutoFit/>
          </a:bodyPr>
          <a:lstStyle/>
          <a:p>
            <a:pPr algn="just" defTabSz="100549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Provides a practical, modern supplement to the existing card system</a:t>
            </a:r>
            <a:endParaRPr lang="en-PK" sz="169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Straight Connector 61">
            <a:extLst>
              <a:ext uri="{FF2B5EF4-FFF2-40B4-BE49-F238E27FC236}">
                <a16:creationId xmlns:a16="http://schemas.microsoft.com/office/drawing/2014/main" id="{E9A0D564-D831-B986-BAB6-013DBC023EDE}"/>
              </a:ext>
            </a:extLst>
          </p:cNvPr>
          <p:cNvSpPr/>
          <p:nvPr/>
        </p:nvSpPr>
        <p:spPr>
          <a:xfrm>
            <a:off x="398650" y="13125222"/>
            <a:ext cx="9372815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PK" sz="900" dirty="0"/>
          </a:p>
        </p:txBody>
      </p:sp>
      <p:sp>
        <p:nvSpPr>
          <p:cNvPr id="63" name="Straight Connector 62">
            <a:extLst>
              <a:ext uri="{FF2B5EF4-FFF2-40B4-BE49-F238E27FC236}">
                <a16:creationId xmlns:a16="http://schemas.microsoft.com/office/drawing/2014/main" id="{213C1F56-588C-FA30-E512-69099EF764C8}"/>
              </a:ext>
            </a:extLst>
          </p:cNvPr>
          <p:cNvSpPr/>
          <p:nvPr/>
        </p:nvSpPr>
        <p:spPr>
          <a:xfrm>
            <a:off x="398650" y="13735712"/>
            <a:ext cx="9372815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PK" sz="900" dirty="0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276BE874-855A-CFB6-A5B7-7AA7B772BE54}"/>
              </a:ext>
            </a:extLst>
          </p:cNvPr>
          <p:cNvSpPr/>
          <p:nvPr/>
        </p:nvSpPr>
        <p:spPr>
          <a:xfrm>
            <a:off x="1060564" y="13202060"/>
            <a:ext cx="1541235" cy="465809"/>
          </a:xfrm>
          <a:custGeom>
            <a:avLst/>
            <a:gdLst>
              <a:gd name="connsiteX0" fmla="*/ 0 w 2651759"/>
              <a:gd name="connsiteY0" fmla="*/ 0 h 1614584"/>
              <a:gd name="connsiteX1" fmla="*/ 2651759 w 2651759"/>
              <a:gd name="connsiteY1" fmla="*/ 0 h 1614584"/>
              <a:gd name="connsiteX2" fmla="*/ 2651759 w 2651759"/>
              <a:gd name="connsiteY2" fmla="*/ 1614584 h 1614584"/>
              <a:gd name="connsiteX3" fmla="*/ 0 w 2651759"/>
              <a:gd name="connsiteY3" fmla="*/ 1614584 h 1614584"/>
              <a:gd name="connsiteX4" fmla="*/ 0 w 2651759"/>
              <a:gd name="connsiteY4" fmla="*/ 0 h 1614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51759" h="1614584">
                <a:moveTo>
                  <a:pt x="0" y="0"/>
                </a:moveTo>
                <a:lnTo>
                  <a:pt x="2651759" y="0"/>
                </a:lnTo>
                <a:lnTo>
                  <a:pt x="2651759" y="1614584"/>
                </a:lnTo>
                <a:lnTo>
                  <a:pt x="0" y="16145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187" tIns="86187" rIns="86187" bIns="86187" numCol="1" spcCol="1270" anchor="t" anchorCtr="0">
            <a:noAutofit/>
          </a:bodyPr>
          <a:lstStyle/>
          <a:p>
            <a:pPr defTabSz="100549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979" b="1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Time-Bound</a:t>
            </a:r>
            <a:endParaRPr lang="en-PK" sz="1979" b="1" dirty="0">
              <a:solidFill>
                <a:srgbClr val="15608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48974007-EAC2-4B84-0D16-9EE3E1F05303}"/>
              </a:ext>
            </a:extLst>
          </p:cNvPr>
          <p:cNvSpPr/>
          <p:nvPr/>
        </p:nvSpPr>
        <p:spPr>
          <a:xfrm>
            <a:off x="2601799" y="13230016"/>
            <a:ext cx="7342038" cy="409122"/>
          </a:xfrm>
          <a:custGeom>
            <a:avLst/>
            <a:gdLst>
              <a:gd name="connsiteX0" fmla="*/ 0 w 10408157"/>
              <a:gd name="connsiteY0" fmla="*/ 0 h 1466370"/>
              <a:gd name="connsiteX1" fmla="*/ 10408157 w 10408157"/>
              <a:gd name="connsiteY1" fmla="*/ 0 h 1466370"/>
              <a:gd name="connsiteX2" fmla="*/ 10408157 w 10408157"/>
              <a:gd name="connsiteY2" fmla="*/ 1466370 h 1466370"/>
              <a:gd name="connsiteX3" fmla="*/ 0 w 10408157"/>
              <a:gd name="connsiteY3" fmla="*/ 1466370 h 1466370"/>
              <a:gd name="connsiteX4" fmla="*/ 0 w 10408157"/>
              <a:gd name="connsiteY4" fmla="*/ 0 h 1466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08157" h="1466370">
                <a:moveTo>
                  <a:pt x="0" y="0"/>
                </a:moveTo>
                <a:lnTo>
                  <a:pt x="10408157" y="0"/>
                </a:lnTo>
                <a:lnTo>
                  <a:pt x="10408157" y="1466370"/>
                </a:lnTo>
                <a:lnTo>
                  <a:pt x="0" y="146637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187" tIns="86187" rIns="86187" bIns="86187" numCol="1" spcCol="1270" anchor="t" anchorCtr="0">
            <a:spAutoFit/>
          </a:bodyPr>
          <a:lstStyle/>
          <a:p>
            <a:pPr algn="just" defTabSz="100549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Project deadline: 28th March 2026</a:t>
            </a:r>
            <a:endParaRPr lang="en-PK" sz="169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ACDD497-1380-BDB8-2F61-74EAC46540E8}"/>
              </a:ext>
            </a:extLst>
          </p:cNvPr>
          <p:cNvSpPr txBox="1"/>
          <p:nvPr/>
        </p:nvSpPr>
        <p:spPr>
          <a:xfrm>
            <a:off x="266974" y="9696017"/>
            <a:ext cx="2016636" cy="396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79" b="1" dirty="0">
                <a:solidFill>
                  <a:srgbClr val="156082"/>
                </a:solidFill>
              </a:rPr>
              <a:t>SMART Criteria: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E667AF6A-2DC1-3522-7ABD-0227AF4B5BD5}"/>
              </a:ext>
            </a:extLst>
          </p:cNvPr>
          <p:cNvGrpSpPr/>
          <p:nvPr/>
        </p:nvGrpSpPr>
        <p:grpSpPr>
          <a:xfrm>
            <a:off x="20230217" y="2667423"/>
            <a:ext cx="9867717" cy="5361587"/>
            <a:chOff x="228600" y="3743325"/>
            <a:chExt cx="13958888" cy="9537777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FA221E5-20C6-314C-F5B6-EF7CC8135143}"/>
                </a:ext>
              </a:extLst>
            </p:cNvPr>
            <p:cNvSpPr/>
            <p:nvPr/>
          </p:nvSpPr>
          <p:spPr>
            <a:xfrm>
              <a:off x="228600" y="4800600"/>
              <a:ext cx="13958888" cy="84805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solidFill>
                  <a:srgbClr val="156082"/>
                </a:solidFill>
              </a:endParaRPr>
            </a:p>
          </p:txBody>
        </p:sp>
        <p:sp>
          <p:nvSpPr>
            <p:cNvPr id="72" name="Rectangle: Single Corner Snipped 71">
              <a:extLst>
                <a:ext uri="{FF2B5EF4-FFF2-40B4-BE49-F238E27FC236}">
                  <a16:creationId xmlns:a16="http://schemas.microsoft.com/office/drawing/2014/main" id="{D7786823-95FD-7F58-E79A-2AF6FF75D054}"/>
                </a:ext>
              </a:extLst>
            </p:cNvPr>
            <p:cNvSpPr/>
            <p:nvPr/>
          </p:nvSpPr>
          <p:spPr>
            <a:xfrm>
              <a:off x="228600" y="3743325"/>
              <a:ext cx="13958888" cy="1057275"/>
            </a:xfrm>
            <a:prstGeom prst="snip1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62" b="1" dirty="0"/>
                <a:t>METHODOLOGY</a:t>
              </a:r>
              <a:endParaRPr lang="en-US" sz="2262" b="1" dirty="0">
                <a:solidFill>
                  <a:srgbClr val="156082"/>
                </a:solidFill>
              </a:endParaRPr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633E3558-AEA6-27A7-8F46-C9DD7B3F52D1}"/>
              </a:ext>
            </a:extLst>
          </p:cNvPr>
          <p:cNvSpPr txBox="1"/>
          <p:nvPr/>
        </p:nvSpPr>
        <p:spPr>
          <a:xfrm>
            <a:off x="20329533" y="3341310"/>
            <a:ext cx="9669083" cy="658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79" b="1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Framework:</a:t>
            </a:r>
            <a:r>
              <a:rPr lang="en-US" sz="1979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Agile-Scrum approach with iterative development</a:t>
            </a: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2B67FB6-EEF8-40CF-6B1B-4AB91BB0ED20}"/>
              </a:ext>
            </a:extLst>
          </p:cNvPr>
          <p:cNvGrpSpPr/>
          <p:nvPr/>
        </p:nvGrpSpPr>
        <p:grpSpPr>
          <a:xfrm>
            <a:off x="20281686" y="4119169"/>
            <a:ext cx="9315899" cy="3565231"/>
            <a:chOff x="299028" y="22913844"/>
            <a:chExt cx="13178286" cy="6544318"/>
          </a:xfrm>
        </p:grpSpPr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E13885D-953F-FB50-1ED7-A639B6F2B1B1}"/>
                </a:ext>
              </a:extLst>
            </p:cNvPr>
            <p:cNvSpPr/>
            <p:nvPr/>
          </p:nvSpPr>
          <p:spPr>
            <a:xfrm>
              <a:off x="299028" y="22913844"/>
              <a:ext cx="3318668" cy="1128600"/>
            </a:xfrm>
            <a:custGeom>
              <a:avLst/>
              <a:gdLst>
                <a:gd name="csX0" fmla="*/ 0 w 3318668"/>
                <a:gd name="csY0" fmla="*/ 0 h 1128600"/>
                <a:gd name="csX1" fmla="*/ 3318668 w 3318668"/>
                <a:gd name="csY1" fmla="*/ 0 h 1128600"/>
                <a:gd name="csX2" fmla="*/ 3318668 w 3318668"/>
                <a:gd name="csY2" fmla="*/ 1128600 h 1128600"/>
                <a:gd name="csX3" fmla="*/ 0 w 3318668"/>
                <a:gd name="csY3" fmla="*/ 1128600 h 1128600"/>
                <a:gd name="csX4" fmla="*/ 0 w 3318668"/>
                <a:gd name="csY4" fmla="*/ 0 h 11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318668" h="1128600">
                  <a:moveTo>
                    <a:pt x="0" y="0"/>
                  </a:moveTo>
                  <a:lnTo>
                    <a:pt x="3318668" y="0"/>
                  </a:lnTo>
                  <a:lnTo>
                    <a:pt x="3318668" y="1128600"/>
                  </a:lnTo>
                  <a:lnTo>
                    <a:pt x="0" y="11286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0772" tIns="50276" rIns="140772" bIns="50276" numCol="1" spcCol="1270" anchor="ctr" anchorCtr="0">
              <a:noAutofit/>
            </a:bodyPr>
            <a:lstStyle/>
            <a:p>
              <a:pPr algn="r" defTabSz="87980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979" b="1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Sprints</a:t>
              </a:r>
              <a:endParaRPr lang="en-PK" sz="1979" dirty="0">
                <a:solidFill>
                  <a:srgbClr val="15608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7" name="Left Brace 76">
              <a:extLst>
                <a:ext uri="{FF2B5EF4-FFF2-40B4-BE49-F238E27FC236}">
                  <a16:creationId xmlns:a16="http://schemas.microsoft.com/office/drawing/2014/main" id="{3FC18B4B-C78C-DC1A-A9BF-55B8643CEAE9}"/>
                </a:ext>
              </a:extLst>
            </p:cNvPr>
            <p:cNvSpPr/>
            <p:nvPr/>
          </p:nvSpPr>
          <p:spPr>
            <a:xfrm>
              <a:off x="3617697" y="22913844"/>
              <a:ext cx="567346" cy="1128600"/>
            </a:xfrm>
            <a:prstGeom prst="leftBrace">
              <a:avLst>
                <a:gd name="adj1" fmla="val 35000"/>
                <a:gd name="adj2" fmla="val 50000"/>
              </a:avLst>
            </a:prstGeom>
            <a:ln w="28575">
              <a:solidFill>
                <a:srgbClr val="156082"/>
              </a:solidFill>
            </a:ln>
          </p:spPr>
          <p:style>
            <a:lnRef idx="2">
              <a:scrgbClr r="0" g="0" b="0"/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90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80B105CA-1A72-4698-2231-07156EF3770B}"/>
                </a:ext>
              </a:extLst>
            </p:cNvPr>
            <p:cNvSpPr/>
            <p:nvPr/>
          </p:nvSpPr>
          <p:spPr>
            <a:xfrm>
              <a:off x="4450536" y="22913844"/>
              <a:ext cx="9026778" cy="1128600"/>
            </a:xfrm>
            <a:custGeom>
              <a:avLst/>
              <a:gdLst>
                <a:gd name="csX0" fmla="*/ 0 w 9026778"/>
                <a:gd name="csY0" fmla="*/ 0 h 1128600"/>
                <a:gd name="csX1" fmla="*/ 9026778 w 9026778"/>
                <a:gd name="csY1" fmla="*/ 0 h 1128600"/>
                <a:gd name="csX2" fmla="*/ 9026778 w 9026778"/>
                <a:gd name="csY2" fmla="*/ 1128600 h 1128600"/>
                <a:gd name="csX3" fmla="*/ 0 w 9026778"/>
                <a:gd name="csY3" fmla="*/ 1128600 h 1128600"/>
                <a:gd name="csX4" fmla="*/ 0 w 9026778"/>
                <a:gd name="csY4" fmla="*/ 0 h 11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026778" h="1128600">
                  <a:moveTo>
                    <a:pt x="0" y="0"/>
                  </a:moveTo>
                  <a:lnTo>
                    <a:pt x="9026778" y="0"/>
                  </a:lnTo>
                  <a:lnTo>
                    <a:pt x="9026778" y="1128600"/>
                  </a:lnTo>
                  <a:lnTo>
                    <a:pt x="0" y="1128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EAF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4640" tIns="64640" rIns="64640" bIns="64640" numCol="1" spcCol="1270" anchor="ctr" anchorCtr="0">
              <a:noAutofit/>
            </a:bodyPr>
            <a:lstStyle/>
            <a:p>
              <a:pPr marL="161597" lvl="1" indent="-161597" defTabSz="75412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97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Two-week development cycles</a:t>
              </a:r>
              <a:endParaRPr lang="en-PK" sz="1697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6C88EC68-C497-7678-BB4A-45F5D79FC43D}"/>
                </a:ext>
              </a:extLst>
            </p:cNvPr>
            <p:cNvSpPr/>
            <p:nvPr/>
          </p:nvSpPr>
          <p:spPr>
            <a:xfrm>
              <a:off x="299028" y="24247644"/>
              <a:ext cx="3318668" cy="1128600"/>
            </a:xfrm>
            <a:custGeom>
              <a:avLst/>
              <a:gdLst>
                <a:gd name="csX0" fmla="*/ 0 w 3318668"/>
                <a:gd name="csY0" fmla="*/ 0 h 1128600"/>
                <a:gd name="csX1" fmla="*/ 3318668 w 3318668"/>
                <a:gd name="csY1" fmla="*/ 0 h 1128600"/>
                <a:gd name="csX2" fmla="*/ 3318668 w 3318668"/>
                <a:gd name="csY2" fmla="*/ 1128600 h 1128600"/>
                <a:gd name="csX3" fmla="*/ 0 w 3318668"/>
                <a:gd name="csY3" fmla="*/ 1128600 h 1128600"/>
                <a:gd name="csX4" fmla="*/ 0 w 3318668"/>
                <a:gd name="csY4" fmla="*/ 0 h 11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318668" h="1128600">
                  <a:moveTo>
                    <a:pt x="0" y="0"/>
                  </a:moveTo>
                  <a:lnTo>
                    <a:pt x="3318668" y="0"/>
                  </a:lnTo>
                  <a:lnTo>
                    <a:pt x="3318668" y="1128600"/>
                  </a:lnTo>
                  <a:lnTo>
                    <a:pt x="0" y="11286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0772" tIns="50276" rIns="140772" bIns="50276" numCol="1" spcCol="1270" anchor="ctr" anchorCtr="0">
              <a:noAutofit/>
            </a:bodyPr>
            <a:lstStyle/>
            <a:p>
              <a:pPr algn="r" defTabSz="87980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979" b="1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Sprint Planning</a:t>
              </a:r>
              <a:endParaRPr lang="en-PK" sz="1979" dirty="0">
                <a:solidFill>
                  <a:srgbClr val="15608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0" name="Left Brace 79">
              <a:extLst>
                <a:ext uri="{FF2B5EF4-FFF2-40B4-BE49-F238E27FC236}">
                  <a16:creationId xmlns:a16="http://schemas.microsoft.com/office/drawing/2014/main" id="{C15BCED5-A814-480F-8076-7C37F607AD92}"/>
                </a:ext>
              </a:extLst>
            </p:cNvPr>
            <p:cNvSpPr/>
            <p:nvPr/>
          </p:nvSpPr>
          <p:spPr>
            <a:xfrm>
              <a:off x="3617697" y="24247644"/>
              <a:ext cx="567346" cy="1128600"/>
            </a:xfrm>
            <a:prstGeom prst="leftBrace">
              <a:avLst>
                <a:gd name="adj1" fmla="val 35000"/>
                <a:gd name="adj2" fmla="val 50000"/>
              </a:avLst>
            </a:prstGeom>
            <a:ln w="28575">
              <a:solidFill>
                <a:srgbClr val="156082"/>
              </a:solidFill>
            </a:ln>
          </p:spPr>
          <p:style>
            <a:lnRef idx="2">
              <a:scrgbClr r="0" g="0" b="0"/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90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296131B-9634-ADB2-0BA7-13EEB71136E6}"/>
                </a:ext>
              </a:extLst>
            </p:cNvPr>
            <p:cNvSpPr/>
            <p:nvPr/>
          </p:nvSpPr>
          <p:spPr>
            <a:xfrm>
              <a:off x="4450536" y="24247644"/>
              <a:ext cx="9026778" cy="1128600"/>
            </a:xfrm>
            <a:custGeom>
              <a:avLst/>
              <a:gdLst>
                <a:gd name="csX0" fmla="*/ 0 w 9026778"/>
                <a:gd name="csY0" fmla="*/ 0 h 1128600"/>
                <a:gd name="csX1" fmla="*/ 9026778 w 9026778"/>
                <a:gd name="csY1" fmla="*/ 0 h 1128600"/>
                <a:gd name="csX2" fmla="*/ 9026778 w 9026778"/>
                <a:gd name="csY2" fmla="*/ 1128600 h 1128600"/>
                <a:gd name="csX3" fmla="*/ 0 w 9026778"/>
                <a:gd name="csY3" fmla="*/ 1128600 h 1128600"/>
                <a:gd name="csX4" fmla="*/ 0 w 9026778"/>
                <a:gd name="csY4" fmla="*/ 0 h 11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026778" h="1128600">
                  <a:moveTo>
                    <a:pt x="0" y="0"/>
                  </a:moveTo>
                  <a:lnTo>
                    <a:pt x="9026778" y="0"/>
                  </a:lnTo>
                  <a:lnTo>
                    <a:pt x="9026778" y="1128600"/>
                  </a:lnTo>
                  <a:lnTo>
                    <a:pt x="0" y="1128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EAF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4640" tIns="64640" rIns="64640" bIns="64640" numCol="1" spcCol="1270" anchor="ctr" anchorCtr="0">
              <a:noAutofit/>
            </a:bodyPr>
            <a:lstStyle/>
            <a:p>
              <a:pPr marL="161597" lvl="1" indent="-161597" defTabSz="75412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97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Persistent project tracking</a:t>
              </a:r>
              <a:endParaRPr lang="en-PK" sz="1697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FEC190D3-5349-DE3E-F72D-974FB8BE3228}"/>
                </a:ext>
              </a:extLst>
            </p:cNvPr>
            <p:cNvSpPr/>
            <p:nvPr/>
          </p:nvSpPr>
          <p:spPr>
            <a:xfrm>
              <a:off x="299028" y="25581444"/>
              <a:ext cx="3318668" cy="1128600"/>
            </a:xfrm>
            <a:custGeom>
              <a:avLst/>
              <a:gdLst>
                <a:gd name="csX0" fmla="*/ 0 w 3318668"/>
                <a:gd name="csY0" fmla="*/ 0 h 1128600"/>
                <a:gd name="csX1" fmla="*/ 3318668 w 3318668"/>
                <a:gd name="csY1" fmla="*/ 0 h 1128600"/>
                <a:gd name="csX2" fmla="*/ 3318668 w 3318668"/>
                <a:gd name="csY2" fmla="*/ 1128600 h 1128600"/>
                <a:gd name="csX3" fmla="*/ 0 w 3318668"/>
                <a:gd name="csY3" fmla="*/ 1128600 h 1128600"/>
                <a:gd name="csX4" fmla="*/ 0 w 3318668"/>
                <a:gd name="csY4" fmla="*/ 0 h 11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318668" h="1128600">
                  <a:moveTo>
                    <a:pt x="0" y="0"/>
                  </a:moveTo>
                  <a:lnTo>
                    <a:pt x="3318668" y="0"/>
                  </a:lnTo>
                  <a:lnTo>
                    <a:pt x="3318668" y="1128600"/>
                  </a:lnTo>
                  <a:lnTo>
                    <a:pt x="0" y="11286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0772" tIns="50276" rIns="140772" bIns="50276" numCol="1" spcCol="1270" anchor="ctr" anchorCtr="0">
              <a:noAutofit/>
            </a:bodyPr>
            <a:lstStyle/>
            <a:p>
              <a:pPr algn="r" defTabSz="87980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979" b="1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Daily Stand-ups</a:t>
              </a:r>
              <a:endParaRPr lang="en-PK" sz="1979" dirty="0">
                <a:solidFill>
                  <a:srgbClr val="15608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3" name="Left Brace 82">
              <a:extLst>
                <a:ext uri="{FF2B5EF4-FFF2-40B4-BE49-F238E27FC236}">
                  <a16:creationId xmlns:a16="http://schemas.microsoft.com/office/drawing/2014/main" id="{CBE9644A-8136-B394-443D-74D9D584C24F}"/>
                </a:ext>
              </a:extLst>
            </p:cNvPr>
            <p:cNvSpPr/>
            <p:nvPr/>
          </p:nvSpPr>
          <p:spPr>
            <a:xfrm>
              <a:off x="3617697" y="25581444"/>
              <a:ext cx="567346" cy="1128600"/>
            </a:xfrm>
            <a:prstGeom prst="leftBrace">
              <a:avLst>
                <a:gd name="adj1" fmla="val 35000"/>
                <a:gd name="adj2" fmla="val 50000"/>
              </a:avLst>
            </a:prstGeom>
            <a:ln w="28575">
              <a:solidFill>
                <a:srgbClr val="156082"/>
              </a:solidFill>
            </a:ln>
          </p:spPr>
          <p:style>
            <a:lnRef idx="2">
              <a:scrgbClr r="0" g="0" b="0"/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90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EB0E0FC-880A-2436-D7A1-16282F0D5F24}"/>
                </a:ext>
              </a:extLst>
            </p:cNvPr>
            <p:cNvSpPr/>
            <p:nvPr/>
          </p:nvSpPr>
          <p:spPr>
            <a:xfrm>
              <a:off x="4450536" y="25581444"/>
              <a:ext cx="9026778" cy="1128600"/>
            </a:xfrm>
            <a:custGeom>
              <a:avLst/>
              <a:gdLst>
                <a:gd name="csX0" fmla="*/ 0 w 9026778"/>
                <a:gd name="csY0" fmla="*/ 0 h 1128600"/>
                <a:gd name="csX1" fmla="*/ 9026778 w 9026778"/>
                <a:gd name="csY1" fmla="*/ 0 h 1128600"/>
                <a:gd name="csX2" fmla="*/ 9026778 w 9026778"/>
                <a:gd name="csY2" fmla="*/ 1128600 h 1128600"/>
                <a:gd name="csX3" fmla="*/ 0 w 9026778"/>
                <a:gd name="csY3" fmla="*/ 1128600 h 1128600"/>
                <a:gd name="csX4" fmla="*/ 0 w 9026778"/>
                <a:gd name="csY4" fmla="*/ 0 h 11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026778" h="1128600">
                  <a:moveTo>
                    <a:pt x="0" y="0"/>
                  </a:moveTo>
                  <a:lnTo>
                    <a:pt x="9026778" y="0"/>
                  </a:lnTo>
                  <a:lnTo>
                    <a:pt x="9026778" y="1128600"/>
                  </a:lnTo>
                  <a:lnTo>
                    <a:pt x="0" y="1128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EAF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4640" tIns="64640" rIns="64640" bIns="64640" numCol="1" spcCol="1270" anchor="ctr" anchorCtr="0">
              <a:noAutofit/>
            </a:bodyPr>
            <a:lstStyle/>
            <a:p>
              <a:pPr marL="161597" lvl="1" indent="-161597" defTabSz="75412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97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Synchronize activities and identify blockers</a:t>
              </a:r>
              <a:endParaRPr lang="en-PK" sz="1697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DB3E914A-0F39-DF1C-796B-9762047F06EC}"/>
                </a:ext>
              </a:extLst>
            </p:cNvPr>
            <p:cNvSpPr/>
            <p:nvPr/>
          </p:nvSpPr>
          <p:spPr>
            <a:xfrm>
              <a:off x="299028" y="26995762"/>
              <a:ext cx="3318668" cy="1128600"/>
            </a:xfrm>
            <a:custGeom>
              <a:avLst/>
              <a:gdLst>
                <a:gd name="csX0" fmla="*/ 0 w 3318668"/>
                <a:gd name="csY0" fmla="*/ 0 h 1128600"/>
                <a:gd name="csX1" fmla="*/ 3318668 w 3318668"/>
                <a:gd name="csY1" fmla="*/ 0 h 1128600"/>
                <a:gd name="csX2" fmla="*/ 3318668 w 3318668"/>
                <a:gd name="csY2" fmla="*/ 1128600 h 1128600"/>
                <a:gd name="csX3" fmla="*/ 0 w 3318668"/>
                <a:gd name="csY3" fmla="*/ 1128600 h 1128600"/>
                <a:gd name="csX4" fmla="*/ 0 w 3318668"/>
                <a:gd name="csY4" fmla="*/ 0 h 11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318668" h="1128600">
                  <a:moveTo>
                    <a:pt x="0" y="0"/>
                  </a:moveTo>
                  <a:lnTo>
                    <a:pt x="3318668" y="0"/>
                  </a:lnTo>
                  <a:lnTo>
                    <a:pt x="3318668" y="1128600"/>
                  </a:lnTo>
                  <a:lnTo>
                    <a:pt x="0" y="11286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0772" tIns="50276" rIns="140772" bIns="50276" numCol="1" spcCol="1270" anchor="ctr" anchorCtr="0">
              <a:noAutofit/>
            </a:bodyPr>
            <a:lstStyle/>
            <a:p>
              <a:pPr algn="r" defTabSz="87980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979" b="1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Sprint Review</a:t>
              </a:r>
              <a:endParaRPr lang="en-PK" sz="1979" b="1" dirty="0">
                <a:solidFill>
                  <a:srgbClr val="15608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6" name="Left Brace 85">
              <a:extLst>
                <a:ext uri="{FF2B5EF4-FFF2-40B4-BE49-F238E27FC236}">
                  <a16:creationId xmlns:a16="http://schemas.microsoft.com/office/drawing/2014/main" id="{43E668B6-D926-819F-BBD1-5B9B73311F7A}"/>
                </a:ext>
              </a:extLst>
            </p:cNvPr>
            <p:cNvSpPr/>
            <p:nvPr/>
          </p:nvSpPr>
          <p:spPr>
            <a:xfrm>
              <a:off x="3617697" y="26995762"/>
              <a:ext cx="567346" cy="1128600"/>
            </a:xfrm>
            <a:prstGeom prst="leftBrace">
              <a:avLst>
                <a:gd name="adj1" fmla="val 35000"/>
                <a:gd name="adj2" fmla="val 50000"/>
              </a:avLst>
            </a:prstGeom>
            <a:ln w="28575">
              <a:solidFill>
                <a:srgbClr val="156082"/>
              </a:solidFill>
            </a:ln>
          </p:spPr>
          <p:style>
            <a:lnRef idx="2">
              <a:scrgbClr r="0" g="0" b="0"/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90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175A15E3-FE6A-1A22-494E-D6900E652760}"/>
                </a:ext>
              </a:extLst>
            </p:cNvPr>
            <p:cNvSpPr/>
            <p:nvPr/>
          </p:nvSpPr>
          <p:spPr>
            <a:xfrm>
              <a:off x="4450536" y="26995762"/>
              <a:ext cx="9026778" cy="1128600"/>
            </a:xfrm>
            <a:custGeom>
              <a:avLst/>
              <a:gdLst>
                <a:gd name="csX0" fmla="*/ 0 w 9026778"/>
                <a:gd name="csY0" fmla="*/ 0 h 1128600"/>
                <a:gd name="csX1" fmla="*/ 9026778 w 9026778"/>
                <a:gd name="csY1" fmla="*/ 0 h 1128600"/>
                <a:gd name="csX2" fmla="*/ 9026778 w 9026778"/>
                <a:gd name="csY2" fmla="*/ 1128600 h 1128600"/>
                <a:gd name="csX3" fmla="*/ 0 w 9026778"/>
                <a:gd name="csY3" fmla="*/ 1128600 h 1128600"/>
                <a:gd name="csX4" fmla="*/ 0 w 9026778"/>
                <a:gd name="csY4" fmla="*/ 0 h 11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026778" h="1128600">
                  <a:moveTo>
                    <a:pt x="0" y="0"/>
                  </a:moveTo>
                  <a:lnTo>
                    <a:pt x="9026778" y="0"/>
                  </a:lnTo>
                  <a:lnTo>
                    <a:pt x="9026778" y="1128600"/>
                  </a:lnTo>
                  <a:lnTo>
                    <a:pt x="0" y="1128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EAF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4640" tIns="64640" rIns="64640" bIns="64640" numCol="1" spcCol="1270" anchor="ctr" anchorCtr="0">
              <a:noAutofit/>
            </a:bodyPr>
            <a:lstStyle/>
            <a:p>
              <a:pPr marL="161597" lvl="1" indent="-161597" defTabSz="75412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97" dirty="0">
                  <a:solidFill>
                    <a:schemeClr val="tx1"/>
                  </a:solidFill>
                </a:rPr>
                <a:t>Demonstrate completed functionality</a:t>
              </a:r>
              <a:endParaRPr lang="en-PK" sz="1697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2773623A-FA53-C339-16E7-DD3A29CC06DA}"/>
                </a:ext>
              </a:extLst>
            </p:cNvPr>
            <p:cNvSpPr/>
            <p:nvPr/>
          </p:nvSpPr>
          <p:spPr>
            <a:xfrm>
              <a:off x="299028" y="28329562"/>
              <a:ext cx="3318668" cy="1128600"/>
            </a:xfrm>
            <a:custGeom>
              <a:avLst/>
              <a:gdLst>
                <a:gd name="csX0" fmla="*/ 0 w 3318668"/>
                <a:gd name="csY0" fmla="*/ 0 h 1128600"/>
                <a:gd name="csX1" fmla="*/ 3318668 w 3318668"/>
                <a:gd name="csY1" fmla="*/ 0 h 1128600"/>
                <a:gd name="csX2" fmla="*/ 3318668 w 3318668"/>
                <a:gd name="csY2" fmla="*/ 1128600 h 1128600"/>
                <a:gd name="csX3" fmla="*/ 0 w 3318668"/>
                <a:gd name="csY3" fmla="*/ 1128600 h 1128600"/>
                <a:gd name="csX4" fmla="*/ 0 w 3318668"/>
                <a:gd name="csY4" fmla="*/ 0 h 11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318668" h="1128600">
                  <a:moveTo>
                    <a:pt x="0" y="0"/>
                  </a:moveTo>
                  <a:lnTo>
                    <a:pt x="3318668" y="0"/>
                  </a:lnTo>
                  <a:lnTo>
                    <a:pt x="3318668" y="1128600"/>
                  </a:lnTo>
                  <a:lnTo>
                    <a:pt x="0" y="11286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0772" tIns="50276" rIns="140772" bIns="50276" numCol="1" spcCol="1270" anchor="ctr" anchorCtr="0">
              <a:noAutofit/>
            </a:bodyPr>
            <a:lstStyle/>
            <a:p>
              <a:pPr algn="r" defTabSz="87980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979" b="1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Retrospective</a:t>
              </a:r>
              <a:endParaRPr lang="en-PK" sz="1979" b="1" dirty="0">
                <a:solidFill>
                  <a:srgbClr val="15608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9" name="Left Brace 88">
              <a:extLst>
                <a:ext uri="{FF2B5EF4-FFF2-40B4-BE49-F238E27FC236}">
                  <a16:creationId xmlns:a16="http://schemas.microsoft.com/office/drawing/2014/main" id="{2A2EDCC0-3BE0-E480-06B0-05EE36858C56}"/>
                </a:ext>
              </a:extLst>
            </p:cNvPr>
            <p:cNvSpPr/>
            <p:nvPr/>
          </p:nvSpPr>
          <p:spPr>
            <a:xfrm>
              <a:off x="3617697" y="28329562"/>
              <a:ext cx="567346" cy="1128600"/>
            </a:xfrm>
            <a:prstGeom prst="leftBrace">
              <a:avLst>
                <a:gd name="adj1" fmla="val 35000"/>
                <a:gd name="adj2" fmla="val 50000"/>
              </a:avLst>
            </a:prstGeom>
            <a:ln w="28575">
              <a:solidFill>
                <a:srgbClr val="156082"/>
              </a:solidFill>
            </a:ln>
          </p:spPr>
          <p:style>
            <a:lnRef idx="2">
              <a:scrgbClr r="0" g="0" b="0"/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90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1445AB17-5385-ACB3-57F7-EF74451869CC}"/>
                </a:ext>
              </a:extLst>
            </p:cNvPr>
            <p:cNvSpPr/>
            <p:nvPr/>
          </p:nvSpPr>
          <p:spPr>
            <a:xfrm>
              <a:off x="4450536" y="28329562"/>
              <a:ext cx="9026778" cy="1128600"/>
            </a:xfrm>
            <a:custGeom>
              <a:avLst/>
              <a:gdLst>
                <a:gd name="csX0" fmla="*/ 0 w 9026778"/>
                <a:gd name="csY0" fmla="*/ 0 h 1128600"/>
                <a:gd name="csX1" fmla="*/ 9026778 w 9026778"/>
                <a:gd name="csY1" fmla="*/ 0 h 1128600"/>
                <a:gd name="csX2" fmla="*/ 9026778 w 9026778"/>
                <a:gd name="csY2" fmla="*/ 1128600 h 1128600"/>
                <a:gd name="csX3" fmla="*/ 0 w 9026778"/>
                <a:gd name="csY3" fmla="*/ 1128600 h 1128600"/>
                <a:gd name="csX4" fmla="*/ 0 w 9026778"/>
                <a:gd name="csY4" fmla="*/ 0 h 11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026778" h="1128600">
                  <a:moveTo>
                    <a:pt x="0" y="0"/>
                  </a:moveTo>
                  <a:lnTo>
                    <a:pt x="9026778" y="0"/>
                  </a:lnTo>
                  <a:lnTo>
                    <a:pt x="9026778" y="1128600"/>
                  </a:lnTo>
                  <a:lnTo>
                    <a:pt x="0" y="1128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EAF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4640" tIns="64640" rIns="64640" bIns="64640" numCol="1" spcCol="1270" anchor="ctr" anchorCtr="0">
              <a:noAutofit/>
            </a:bodyPr>
            <a:lstStyle/>
            <a:p>
              <a:pPr marL="161597" lvl="1" indent="-161597" defTabSz="75412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97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Process improvement and refinement</a:t>
              </a:r>
              <a:endParaRPr lang="en-PK" sz="1697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14084F1C-5D88-11D6-69FA-BAB5B39A1652}"/>
              </a:ext>
            </a:extLst>
          </p:cNvPr>
          <p:cNvGrpSpPr/>
          <p:nvPr/>
        </p:nvGrpSpPr>
        <p:grpSpPr>
          <a:xfrm>
            <a:off x="169338" y="14131447"/>
            <a:ext cx="10396755" cy="2696310"/>
            <a:chOff x="20229096" y="2646205"/>
            <a:chExt cx="10396755" cy="2696310"/>
          </a:xfrm>
        </p:grpSpPr>
        <p:grpSp>
          <p:nvGrpSpPr>
            <p:cNvPr id="1057" name="Group 1056">
              <a:extLst>
                <a:ext uri="{FF2B5EF4-FFF2-40B4-BE49-F238E27FC236}">
                  <a16:creationId xmlns:a16="http://schemas.microsoft.com/office/drawing/2014/main" id="{ED4C18D0-0181-8050-CEE6-5BCE6243D1B7}"/>
                </a:ext>
              </a:extLst>
            </p:cNvPr>
            <p:cNvGrpSpPr/>
            <p:nvPr/>
          </p:nvGrpSpPr>
          <p:grpSpPr>
            <a:xfrm>
              <a:off x="20229096" y="2646205"/>
              <a:ext cx="9867717" cy="2696310"/>
              <a:chOff x="228600" y="3743325"/>
              <a:chExt cx="13958888" cy="4796491"/>
            </a:xfrm>
          </p:grpSpPr>
          <p:sp>
            <p:nvSpPr>
              <p:cNvPr id="1058" name="Rectangle 1057">
                <a:extLst>
                  <a:ext uri="{FF2B5EF4-FFF2-40B4-BE49-F238E27FC236}">
                    <a16:creationId xmlns:a16="http://schemas.microsoft.com/office/drawing/2014/main" id="{8EEDB3CC-F5DC-F883-2C26-EAB0E787DC26}"/>
                  </a:ext>
                </a:extLst>
              </p:cNvPr>
              <p:cNvSpPr/>
              <p:nvPr/>
            </p:nvSpPr>
            <p:spPr>
              <a:xfrm>
                <a:off x="228600" y="4800600"/>
                <a:ext cx="13958888" cy="3739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 dirty="0"/>
              </a:p>
            </p:txBody>
          </p:sp>
          <p:sp>
            <p:nvSpPr>
              <p:cNvPr id="1059" name="Rectangle: Single Corner Snipped 1058">
                <a:extLst>
                  <a:ext uri="{FF2B5EF4-FFF2-40B4-BE49-F238E27FC236}">
                    <a16:creationId xmlns:a16="http://schemas.microsoft.com/office/drawing/2014/main" id="{6207FA2D-9E16-D341-055F-10A593427C1F}"/>
                  </a:ext>
                </a:extLst>
              </p:cNvPr>
              <p:cNvSpPr/>
              <p:nvPr/>
            </p:nvSpPr>
            <p:spPr>
              <a:xfrm>
                <a:off x="228600" y="3743325"/>
                <a:ext cx="13958888" cy="1057275"/>
              </a:xfrm>
              <a:prstGeom prst="snip1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62" b="1" dirty="0"/>
                  <a:t>KEY FEATURES</a:t>
                </a:r>
              </a:p>
            </p:txBody>
          </p:sp>
        </p:grpSp>
        <p:pic>
          <p:nvPicPr>
            <p:cNvPr id="1061" name="Graphic 1060" descr="Shield Tick with solid fill">
              <a:extLst>
                <a:ext uri="{FF2B5EF4-FFF2-40B4-BE49-F238E27FC236}">
                  <a16:creationId xmlns:a16="http://schemas.microsoft.com/office/drawing/2014/main" id="{4D698F5F-C353-4B66-28C4-D09803F442E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7287665" y="4378708"/>
              <a:ext cx="646401" cy="646401"/>
            </a:xfrm>
            <a:prstGeom prst="rect">
              <a:avLst/>
            </a:prstGeom>
          </p:spPr>
        </p:pic>
        <p:pic>
          <p:nvPicPr>
            <p:cNvPr id="1063" name="Graphic 1062" descr="Folder Search with solid fill">
              <a:extLst>
                <a:ext uri="{FF2B5EF4-FFF2-40B4-BE49-F238E27FC236}">
                  <a16:creationId xmlns:a16="http://schemas.microsoft.com/office/drawing/2014/main" id="{13B76D6F-9494-3743-F1DC-39F9F63B7F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3800554" y="4430169"/>
              <a:ext cx="646401" cy="646401"/>
            </a:xfrm>
            <a:prstGeom prst="rect">
              <a:avLst/>
            </a:prstGeom>
          </p:spPr>
        </p:pic>
        <p:grpSp>
          <p:nvGrpSpPr>
            <p:cNvPr id="1078" name="Group 1077">
              <a:extLst>
                <a:ext uri="{FF2B5EF4-FFF2-40B4-BE49-F238E27FC236}">
                  <a16:creationId xmlns:a16="http://schemas.microsoft.com/office/drawing/2014/main" id="{A555DCDF-94E4-D820-4304-551523A6DBBC}"/>
                </a:ext>
              </a:extLst>
            </p:cNvPr>
            <p:cNvGrpSpPr/>
            <p:nvPr/>
          </p:nvGrpSpPr>
          <p:grpSpPr>
            <a:xfrm>
              <a:off x="20508491" y="3514723"/>
              <a:ext cx="757116" cy="681897"/>
              <a:chOff x="32897108" y="12801601"/>
              <a:chExt cx="1071018" cy="964613"/>
            </a:xfrm>
            <a:solidFill>
              <a:srgbClr val="C00000"/>
            </a:solidFill>
          </p:grpSpPr>
          <p:pic>
            <p:nvPicPr>
              <p:cNvPr id="1075" name="Graphic 1074" descr="Key with solid fill">
                <a:extLst>
                  <a:ext uri="{FF2B5EF4-FFF2-40B4-BE49-F238E27FC236}">
                    <a16:creationId xmlns:a16="http://schemas.microsoft.com/office/drawing/2014/main" id="{831CD430-55B6-9008-C7DF-DFA730CFDC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2897108" y="13085442"/>
                <a:ext cx="680772" cy="680772"/>
              </a:xfrm>
              <a:prstGeom prst="rect">
                <a:avLst/>
              </a:prstGeom>
            </p:spPr>
          </p:pic>
          <p:pic>
            <p:nvPicPr>
              <p:cNvPr id="1077" name="Graphic 1076" descr="Lock outline">
                <a:extLst>
                  <a:ext uri="{FF2B5EF4-FFF2-40B4-BE49-F238E27FC236}">
                    <a16:creationId xmlns:a16="http://schemas.microsoft.com/office/drawing/2014/main" id="{EADACC60-2FB6-20E0-BBAB-053CD4A081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33053726" y="1280160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1079" name="TextBox 1078">
              <a:extLst>
                <a:ext uri="{FF2B5EF4-FFF2-40B4-BE49-F238E27FC236}">
                  <a16:creationId xmlns:a16="http://schemas.microsoft.com/office/drawing/2014/main" id="{DC2F483D-F6CC-A27A-CABB-F7752077174F}"/>
                </a:ext>
              </a:extLst>
            </p:cNvPr>
            <p:cNvSpPr txBox="1"/>
            <p:nvPr/>
          </p:nvSpPr>
          <p:spPr>
            <a:xfrm>
              <a:off x="21175063" y="3431407"/>
              <a:ext cx="2197382" cy="8758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97" b="1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User Authentication:</a:t>
              </a:r>
              <a:r>
                <a:rPr lang="en-US" sz="1697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Email and password login system</a:t>
              </a:r>
            </a:p>
          </p:txBody>
        </p:sp>
        <p:pic>
          <p:nvPicPr>
            <p:cNvPr id="1071" name="Graphic 1070" descr="Credit card with solid fill">
              <a:extLst>
                <a:ext uri="{FF2B5EF4-FFF2-40B4-BE49-F238E27FC236}">
                  <a16:creationId xmlns:a16="http://schemas.microsoft.com/office/drawing/2014/main" id="{039EFA07-26FD-FC78-0A29-E3113822AE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3800554" y="3532470"/>
              <a:ext cx="646401" cy="646401"/>
            </a:xfrm>
            <a:prstGeom prst="rect">
              <a:avLst/>
            </a:prstGeom>
          </p:spPr>
        </p:pic>
        <p:sp>
          <p:nvSpPr>
            <p:cNvPr id="1080" name="TextBox 1079">
              <a:extLst>
                <a:ext uri="{FF2B5EF4-FFF2-40B4-BE49-F238E27FC236}">
                  <a16:creationId xmlns:a16="http://schemas.microsoft.com/office/drawing/2014/main" id="{2CF7D5BB-C4DC-5F3B-92C3-7771391306D5}"/>
                </a:ext>
              </a:extLst>
            </p:cNvPr>
            <p:cNvSpPr txBox="1"/>
            <p:nvPr/>
          </p:nvSpPr>
          <p:spPr>
            <a:xfrm>
              <a:off x="24516520" y="3431407"/>
              <a:ext cx="2151483" cy="8758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97" b="1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OCR Integration: </a:t>
              </a:r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Automatic card scanning</a:t>
              </a:r>
            </a:p>
          </p:txBody>
        </p:sp>
        <p:grpSp>
          <p:nvGrpSpPr>
            <p:cNvPr id="1081" name="Group 1080">
              <a:extLst>
                <a:ext uri="{FF2B5EF4-FFF2-40B4-BE49-F238E27FC236}">
                  <a16:creationId xmlns:a16="http://schemas.microsoft.com/office/drawing/2014/main" id="{9F53A4EA-15D5-059B-9F8E-6C5496B4698F}"/>
                </a:ext>
              </a:extLst>
            </p:cNvPr>
            <p:cNvGrpSpPr/>
            <p:nvPr/>
          </p:nvGrpSpPr>
          <p:grpSpPr>
            <a:xfrm>
              <a:off x="27096112" y="3532470"/>
              <a:ext cx="840321" cy="646401"/>
              <a:chOff x="30855868" y="12299884"/>
              <a:chExt cx="1836074" cy="1438016"/>
            </a:xfrm>
          </p:grpSpPr>
          <p:pic>
            <p:nvPicPr>
              <p:cNvPr id="1065" name="Graphic 1064" descr="Link with solid fill">
                <a:extLst>
                  <a:ext uri="{FF2B5EF4-FFF2-40B4-BE49-F238E27FC236}">
                    <a16:creationId xmlns:a16="http://schemas.microsoft.com/office/drawing/2014/main" id="{ECD195B3-3C85-7EEF-F283-F5D6B05BBD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 rot="17326722">
                <a:off x="31346912" y="12823500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067" name="Graphic 1066" descr="Smart Phone with solid fill">
                <a:extLst>
                  <a:ext uri="{FF2B5EF4-FFF2-40B4-BE49-F238E27FC236}">
                    <a16:creationId xmlns:a16="http://schemas.microsoft.com/office/drawing/2014/main" id="{85F3626B-C7AA-5040-832E-181D112BE7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31777542" y="12299884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069" name="Graphic 1068" descr="Diamond Suit with solid fill">
                <a:extLst>
                  <a:ext uri="{FF2B5EF4-FFF2-40B4-BE49-F238E27FC236}">
                    <a16:creationId xmlns:a16="http://schemas.microsoft.com/office/drawing/2014/main" id="{B0B4E6BD-AA02-5C9C-0507-5D223BCB00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 rot="2916558">
                <a:off x="30855868" y="12786627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1082" name="TextBox 1081">
              <a:extLst>
                <a:ext uri="{FF2B5EF4-FFF2-40B4-BE49-F238E27FC236}">
                  <a16:creationId xmlns:a16="http://schemas.microsoft.com/office/drawing/2014/main" id="{69ACB191-58B5-58F0-37F1-C5250313DA00}"/>
                </a:ext>
              </a:extLst>
            </p:cNvPr>
            <p:cNvSpPr txBox="1"/>
            <p:nvPr/>
          </p:nvSpPr>
          <p:spPr>
            <a:xfrm>
              <a:off x="27889432" y="3431407"/>
              <a:ext cx="2736419" cy="8758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97" b="1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NFC UID Binding:</a:t>
              </a:r>
              <a:r>
                <a:rPr lang="en-US" sz="1697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  <a:p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Secure card-to-account linking</a:t>
              </a:r>
            </a:p>
          </p:txBody>
        </p:sp>
        <p:grpSp>
          <p:nvGrpSpPr>
            <p:cNvPr id="1095" name="Group 1094">
              <a:extLst>
                <a:ext uri="{FF2B5EF4-FFF2-40B4-BE49-F238E27FC236}">
                  <a16:creationId xmlns:a16="http://schemas.microsoft.com/office/drawing/2014/main" id="{4D4E5365-6074-5BB3-372E-0B4E4B0E2831}"/>
                </a:ext>
              </a:extLst>
            </p:cNvPr>
            <p:cNvGrpSpPr/>
            <p:nvPr/>
          </p:nvGrpSpPr>
          <p:grpSpPr>
            <a:xfrm>
              <a:off x="20620820" y="4338605"/>
              <a:ext cx="2514604" cy="875817"/>
              <a:chOff x="29159303" y="6117700"/>
              <a:chExt cx="3557163" cy="1238933"/>
            </a:xfrm>
          </p:grpSpPr>
          <p:grpSp>
            <p:nvGrpSpPr>
              <p:cNvPr id="1092" name="Group 1091">
                <a:extLst>
                  <a:ext uri="{FF2B5EF4-FFF2-40B4-BE49-F238E27FC236}">
                    <a16:creationId xmlns:a16="http://schemas.microsoft.com/office/drawing/2014/main" id="{63E558B2-3A1A-53D1-147C-F9E1387BCFAB}"/>
                  </a:ext>
                </a:extLst>
              </p:cNvPr>
              <p:cNvGrpSpPr/>
              <p:nvPr/>
            </p:nvGrpSpPr>
            <p:grpSpPr>
              <a:xfrm>
                <a:off x="29159303" y="6384177"/>
                <a:ext cx="753213" cy="667388"/>
                <a:chOff x="43994337" y="6911346"/>
                <a:chExt cx="945349" cy="1046841"/>
              </a:xfrm>
            </p:grpSpPr>
            <p:pic>
              <p:nvPicPr>
                <p:cNvPr id="1090" name="Graphic 1089" descr="Smart Phone with solid fill">
                  <a:extLst>
                    <a:ext uri="{FF2B5EF4-FFF2-40B4-BE49-F238E27FC236}">
                      <a16:creationId xmlns:a16="http://schemas.microsoft.com/office/drawing/2014/main" id="{D9626DD5-8175-B089-A7F1-C9BBD1E564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994337" y="6911346"/>
                  <a:ext cx="945349" cy="928486"/>
                </a:xfrm>
                <a:prstGeom prst="rect">
                  <a:avLst/>
                </a:prstGeom>
              </p:spPr>
            </p:pic>
            <p:sp>
              <p:nvSpPr>
                <p:cNvPr id="1091" name="Rectangle 1090">
                  <a:extLst>
                    <a:ext uri="{FF2B5EF4-FFF2-40B4-BE49-F238E27FC236}">
                      <a16:creationId xmlns:a16="http://schemas.microsoft.com/office/drawing/2014/main" id="{76620A3E-EA64-4FC1-E824-24C693541155}"/>
                    </a:ext>
                  </a:extLst>
                </p:cNvPr>
                <p:cNvSpPr/>
                <p:nvPr/>
              </p:nvSpPr>
              <p:spPr>
                <a:xfrm>
                  <a:off x="44343962" y="7507041"/>
                  <a:ext cx="243933" cy="451146"/>
                </a:xfrm>
                <a:prstGeom prst="rect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900"/>
                </a:p>
              </p:txBody>
            </p:sp>
          </p:grpSp>
          <p:sp>
            <p:nvSpPr>
              <p:cNvPr id="1093" name="TextBox 1092">
                <a:extLst>
                  <a:ext uri="{FF2B5EF4-FFF2-40B4-BE49-F238E27FC236}">
                    <a16:creationId xmlns:a16="http://schemas.microsoft.com/office/drawing/2014/main" id="{FC992CD4-6320-63A7-36E5-066B8E189308}"/>
                  </a:ext>
                </a:extLst>
              </p:cNvPr>
              <p:cNvSpPr txBox="1"/>
              <p:nvPr/>
            </p:nvSpPr>
            <p:spPr>
              <a:xfrm>
                <a:off x="29943332" y="6117700"/>
                <a:ext cx="2773134" cy="12389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97" b="1" dirty="0">
                    <a:solidFill>
                      <a:srgbClr val="15608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HCE Technology:</a:t>
                </a:r>
                <a:r>
                  <a:rPr lang="en-US" sz="1697" dirty="0">
                    <a:solidFill>
                      <a:srgbClr val="15608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697" dirty="0">
                    <a:latin typeface="Calibri" panose="020F0502020204030204" pitchFamily="34" charset="0"/>
                    <a:cs typeface="Calibri" panose="020F0502020204030204" pitchFamily="34" charset="0"/>
                  </a:rPr>
                  <a:t>Smartphone card emulation</a:t>
                </a:r>
              </a:p>
            </p:txBody>
          </p:sp>
        </p:grpSp>
        <p:sp>
          <p:nvSpPr>
            <p:cNvPr id="1096" name="TextBox 1095">
              <a:extLst>
                <a:ext uri="{FF2B5EF4-FFF2-40B4-BE49-F238E27FC236}">
                  <a16:creationId xmlns:a16="http://schemas.microsoft.com/office/drawing/2014/main" id="{3892E0DB-83FE-0E2C-D9C9-71E1E65F35E5}"/>
                </a:ext>
              </a:extLst>
            </p:cNvPr>
            <p:cNvSpPr txBox="1"/>
            <p:nvPr/>
          </p:nvSpPr>
          <p:spPr>
            <a:xfrm>
              <a:off x="24516519" y="4329106"/>
              <a:ext cx="1847703" cy="8758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97" b="1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Cloud Backend: </a:t>
              </a:r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Firebase-powered data management</a:t>
              </a:r>
            </a:p>
          </p:txBody>
        </p:sp>
        <p:sp>
          <p:nvSpPr>
            <p:cNvPr id="1097" name="TextBox 1096">
              <a:extLst>
                <a:ext uri="{FF2B5EF4-FFF2-40B4-BE49-F238E27FC236}">
                  <a16:creationId xmlns:a16="http://schemas.microsoft.com/office/drawing/2014/main" id="{4CD44A0F-5DB6-1DE1-6E57-6FF57F7A8272}"/>
                </a:ext>
              </a:extLst>
            </p:cNvPr>
            <p:cNvSpPr txBox="1"/>
            <p:nvPr/>
          </p:nvSpPr>
          <p:spPr>
            <a:xfrm>
              <a:off x="27889432" y="4277645"/>
              <a:ext cx="2151483" cy="8758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97" b="1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Secure Storage: </a:t>
              </a:r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Encrypted credential protection</a:t>
              </a:r>
            </a:p>
          </p:txBody>
        </p:sp>
      </p:grp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04CE12F-5547-00BA-1BB9-B105CD13B94A}"/>
              </a:ext>
            </a:extLst>
          </p:cNvPr>
          <p:cNvSpPr/>
          <p:nvPr/>
        </p:nvSpPr>
        <p:spPr>
          <a:xfrm>
            <a:off x="10201462" y="3240892"/>
            <a:ext cx="9867717" cy="51838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102" name="Rectangle: Single Corner Snipped 101">
            <a:extLst>
              <a:ext uri="{FF2B5EF4-FFF2-40B4-BE49-F238E27FC236}">
                <a16:creationId xmlns:a16="http://schemas.microsoft.com/office/drawing/2014/main" id="{4E1712D6-EC83-5978-BE71-81612325D253}"/>
              </a:ext>
            </a:extLst>
          </p:cNvPr>
          <p:cNvSpPr/>
          <p:nvPr/>
        </p:nvSpPr>
        <p:spPr>
          <a:xfrm>
            <a:off x="10201462" y="2646203"/>
            <a:ext cx="9867717" cy="594689"/>
          </a:xfrm>
          <a:prstGeom prst="snip1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62" b="1" dirty="0"/>
              <a:t>IMPLEMENTATION PLAN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03AC2A8-1249-1019-192A-B0B75E20D265}"/>
              </a:ext>
            </a:extLst>
          </p:cNvPr>
          <p:cNvGrpSpPr/>
          <p:nvPr/>
        </p:nvGrpSpPr>
        <p:grpSpPr>
          <a:xfrm>
            <a:off x="10419015" y="3336985"/>
            <a:ext cx="9432611" cy="4924232"/>
            <a:chOff x="14734584" y="5325523"/>
            <a:chExt cx="13343387" cy="6965827"/>
          </a:xfrm>
        </p:grpSpPr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481E68BF-1669-8ABB-3A14-79DA96125E16}"/>
                </a:ext>
              </a:extLst>
            </p:cNvPr>
            <p:cNvSpPr/>
            <p:nvPr/>
          </p:nvSpPr>
          <p:spPr>
            <a:xfrm>
              <a:off x="14734584" y="5325523"/>
              <a:ext cx="10923743" cy="1437999"/>
            </a:xfrm>
            <a:custGeom>
              <a:avLst/>
              <a:gdLst>
                <a:gd name="csX0" fmla="*/ 0 w 10923743"/>
                <a:gd name="csY0" fmla="*/ 166101 h 1661010"/>
                <a:gd name="csX1" fmla="*/ 166101 w 10923743"/>
                <a:gd name="csY1" fmla="*/ 0 h 1661010"/>
                <a:gd name="csX2" fmla="*/ 10757642 w 10923743"/>
                <a:gd name="csY2" fmla="*/ 0 h 1661010"/>
                <a:gd name="csX3" fmla="*/ 10923743 w 10923743"/>
                <a:gd name="csY3" fmla="*/ 166101 h 1661010"/>
                <a:gd name="csX4" fmla="*/ 10923743 w 10923743"/>
                <a:gd name="csY4" fmla="*/ 1494909 h 1661010"/>
                <a:gd name="csX5" fmla="*/ 10757642 w 10923743"/>
                <a:gd name="csY5" fmla="*/ 1661010 h 1661010"/>
                <a:gd name="csX6" fmla="*/ 166101 w 10923743"/>
                <a:gd name="csY6" fmla="*/ 1661010 h 1661010"/>
                <a:gd name="csX7" fmla="*/ 0 w 10923743"/>
                <a:gd name="csY7" fmla="*/ 1494909 h 1661010"/>
                <a:gd name="csX8" fmla="*/ 0 w 10923743"/>
                <a:gd name="csY8" fmla="*/ 166101 h 16610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0923743" h="1661010">
                  <a:moveTo>
                    <a:pt x="0" y="166101"/>
                  </a:moveTo>
                  <a:cubicBezTo>
                    <a:pt x="0" y="74366"/>
                    <a:pt x="74366" y="0"/>
                    <a:pt x="166101" y="0"/>
                  </a:cubicBezTo>
                  <a:lnTo>
                    <a:pt x="10757642" y="0"/>
                  </a:lnTo>
                  <a:cubicBezTo>
                    <a:pt x="10849377" y="0"/>
                    <a:pt x="10923743" y="74366"/>
                    <a:pt x="10923743" y="166101"/>
                  </a:cubicBezTo>
                  <a:lnTo>
                    <a:pt x="10923743" y="1494909"/>
                  </a:lnTo>
                  <a:cubicBezTo>
                    <a:pt x="10923743" y="1586644"/>
                    <a:pt x="10849377" y="1661010"/>
                    <a:pt x="10757642" y="1661010"/>
                  </a:cubicBezTo>
                  <a:lnTo>
                    <a:pt x="166101" y="1661010"/>
                  </a:lnTo>
                  <a:cubicBezTo>
                    <a:pt x="74366" y="1661010"/>
                    <a:pt x="0" y="1586644"/>
                    <a:pt x="0" y="1494909"/>
                  </a:cubicBezTo>
                  <a:lnTo>
                    <a:pt x="0" y="166101"/>
                  </a:lnTo>
                  <a:close/>
                </a:path>
              </a:pathLst>
            </a:custGeom>
            <a:solidFill>
              <a:srgbClr val="DCEAF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9031" tIns="99031" rIns="1396510" bIns="99031" numCol="1" spcCol="1270" anchor="ctr" anchorCtr="0">
              <a:noAutofit/>
            </a:bodyPr>
            <a:lstStyle/>
            <a:p>
              <a:pPr algn="ctr" defTabSz="75412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697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43B07053-149A-2BA1-3893-70BBECCB7FE4}"/>
                </a:ext>
              </a:extLst>
            </p:cNvPr>
            <p:cNvSpPr/>
            <p:nvPr/>
          </p:nvSpPr>
          <p:spPr>
            <a:xfrm>
              <a:off x="15649447" y="7138064"/>
              <a:ext cx="10923743" cy="1435608"/>
            </a:xfrm>
            <a:custGeom>
              <a:avLst/>
              <a:gdLst>
                <a:gd name="csX0" fmla="*/ 0 w 10923743"/>
                <a:gd name="csY0" fmla="*/ 166101 h 1661010"/>
                <a:gd name="csX1" fmla="*/ 166101 w 10923743"/>
                <a:gd name="csY1" fmla="*/ 0 h 1661010"/>
                <a:gd name="csX2" fmla="*/ 10757642 w 10923743"/>
                <a:gd name="csY2" fmla="*/ 0 h 1661010"/>
                <a:gd name="csX3" fmla="*/ 10923743 w 10923743"/>
                <a:gd name="csY3" fmla="*/ 166101 h 1661010"/>
                <a:gd name="csX4" fmla="*/ 10923743 w 10923743"/>
                <a:gd name="csY4" fmla="*/ 1494909 h 1661010"/>
                <a:gd name="csX5" fmla="*/ 10757642 w 10923743"/>
                <a:gd name="csY5" fmla="*/ 1661010 h 1661010"/>
                <a:gd name="csX6" fmla="*/ 166101 w 10923743"/>
                <a:gd name="csY6" fmla="*/ 1661010 h 1661010"/>
                <a:gd name="csX7" fmla="*/ 0 w 10923743"/>
                <a:gd name="csY7" fmla="*/ 1494909 h 1661010"/>
                <a:gd name="csX8" fmla="*/ 0 w 10923743"/>
                <a:gd name="csY8" fmla="*/ 166101 h 16610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0923743" h="1661010">
                  <a:moveTo>
                    <a:pt x="0" y="166101"/>
                  </a:moveTo>
                  <a:cubicBezTo>
                    <a:pt x="0" y="74366"/>
                    <a:pt x="74366" y="0"/>
                    <a:pt x="166101" y="0"/>
                  </a:cubicBezTo>
                  <a:lnTo>
                    <a:pt x="10757642" y="0"/>
                  </a:lnTo>
                  <a:cubicBezTo>
                    <a:pt x="10849377" y="0"/>
                    <a:pt x="10923743" y="74366"/>
                    <a:pt x="10923743" y="166101"/>
                  </a:cubicBezTo>
                  <a:lnTo>
                    <a:pt x="10923743" y="1494909"/>
                  </a:lnTo>
                  <a:cubicBezTo>
                    <a:pt x="10923743" y="1586644"/>
                    <a:pt x="10849377" y="1661010"/>
                    <a:pt x="10757642" y="1661010"/>
                  </a:cubicBezTo>
                  <a:lnTo>
                    <a:pt x="166101" y="1661010"/>
                  </a:lnTo>
                  <a:cubicBezTo>
                    <a:pt x="74366" y="1661010"/>
                    <a:pt x="0" y="1586644"/>
                    <a:pt x="0" y="1494909"/>
                  </a:cubicBezTo>
                  <a:lnTo>
                    <a:pt x="0" y="166101"/>
                  </a:lnTo>
                  <a:close/>
                </a:path>
              </a:pathLst>
            </a:custGeom>
            <a:solidFill>
              <a:srgbClr val="DCEAF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9031" tIns="99031" rIns="1508982" bIns="99031" numCol="1" spcCol="1270" anchor="ctr" anchorCtr="0">
              <a:noAutofit/>
            </a:bodyPr>
            <a:lstStyle/>
            <a:p>
              <a:pPr defTabSz="75412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697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9188EC12-DFBD-4CF8-CA3D-BF14874B667F}"/>
                </a:ext>
              </a:extLst>
            </p:cNvPr>
            <p:cNvSpPr/>
            <p:nvPr/>
          </p:nvSpPr>
          <p:spPr>
            <a:xfrm>
              <a:off x="16550656" y="8985328"/>
              <a:ext cx="10923743" cy="1435608"/>
            </a:xfrm>
            <a:custGeom>
              <a:avLst/>
              <a:gdLst>
                <a:gd name="csX0" fmla="*/ 0 w 10923743"/>
                <a:gd name="csY0" fmla="*/ 166101 h 1661010"/>
                <a:gd name="csX1" fmla="*/ 166101 w 10923743"/>
                <a:gd name="csY1" fmla="*/ 0 h 1661010"/>
                <a:gd name="csX2" fmla="*/ 10757642 w 10923743"/>
                <a:gd name="csY2" fmla="*/ 0 h 1661010"/>
                <a:gd name="csX3" fmla="*/ 10923743 w 10923743"/>
                <a:gd name="csY3" fmla="*/ 166101 h 1661010"/>
                <a:gd name="csX4" fmla="*/ 10923743 w 10923743"/>
                <a:gd name="csY4" fmla="*/ 1494909 h 1661010"/>
                <a:gd name="csX5" fmla="*/ 10757642 w 10923743"/>
                <a:gd name="csY5" fmla="*/ 1661010 h 1661010"/>
                <a:gd name="csX6" fmla="*/ 166101 w 10923743"/>
                <a:gd name="csY6" fmla="*/ 1661010 h 1661010"/>
                <a:gd name="csX7" fmla="*/ 0 w 10923743"/>
                <a:gd name="csY7" fmla="*/ 1494909 h 1661010"/>
                <a:gd name="csX8" fmla="*/ 0 w 10923743"/>
                <a:gd name="csY8" fmla="*/ 166101 h 16610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0923743" h="1661010">
                  <a:moveTo>
                    <a:pt x="0" y="166101"/>
                  </a:moveTo>
                  <a:cubicBezTo>
                    <a:pt x="0" y="74366"/>
                    <a:pt x="74366" y="0"/>
                    <a:pt x="166101" y="0"/>
                  </a:cubicBezTo>
                  <a:lnTo>
                    <a:pt x="10757642" y="0"/>
                  </a:lnTo>
                  <a:cubicBezTo>
                    <a:pt x="10849377" y="0"/>
                    <a:pt x="10923743" y="74366"/>
                    <a:pt x="10923743" y="166101"/>
                  </a:cubicBezTo>
                  <a:lnTo>
                    <a:pt x="10923743" y="1494909"/>
                  </a:lnTo>
                  <a:cubicBezTo>
                    <a:pt x="10923743" y="1586644"/>
                    <a:pt x="10849377" y="1661010"/>
                    <a:pt x="10757642" y="1661010"/>
                  </a:cubicBezTo>
                  <a:lnTo>
                    <a:pt x="166101" y="1661010"/>
                  </a:lnTo>
                  <a:cubicBezTo>
                    <a:pt x="74366" y="1661010"/>
                    <a:pt x="0" y="1586644"/>
                    <a:pt x="0" y="1494909"/>
                  </a:cubicBezTo>
                  <a:lnTo>
                    <a:pt x="0" y="166101"/>
                  </a:lnTo>
                  <a:close/>
                </a:path>
              </a:pathLst>
            </a:custGeom>
            <a:solidFill>
              <a:srgbClr val="DCEAF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9031" tIns="99031" rIns="1499330" bIns="99031" numCol="1" spcCol="1270" anchor="ctr" anchorCtr="0">
              <a:noAutofit/>
            </a:bodyPr>
            <a:lstStyle/>
            <a:p>
              <a:pPr defTabSz="75412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697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68BBF145-0810-49DC-3FCC-BD5833C5C720}"/>
                </a:ext>
              </a:extLst>
            </p:cNvPr>
            <p:cNvSpPr/>
            <p:nvPr/>
          </p:nvSpPr>
          <p:spPr>
            <a:xfrm>
              <a:off x="17154228" y="10855742"/>
              <a:ext cx="10923743" cy="1435608"/>
            </a:xfrm>
            <a:custGeom>
              <a:avLst/>
              <a:gdLst>
                <a:gd name="csX0" fmla="*/ 0 w 10923743"/>
                <a:gd name="csY0" fmla="*/ 166101 h 1661010"/>
                <a:gd name="csX1" fmla="*/ 166101 w 10923743"/>
                <a:gd name="csY1" fmla="*/ 0 h 1661010"/>
                <a:gd name="csX2" fmla="*/ 10757642 w 10923743"/>
                <a:gd name="csY2" fmla="*/ 0 h 1661010"/>
                <a:gd name="csX3" fmla="*/ 10923743 w 10923743"/>
                <a:gd name="csY3" fmla="*/ 166101 h 1661010"/>
                <a:gd name="csX4" fmla="*/ 10923743 w 10923743"/>
                <a:gd name="csY4" fmla="*/ 1494909 h 1661010"/>
                <a:gd name="csX5" fmla="*/ 10757642 w 10923743"/>
                <a:gd name="csY5" fmla="*/ 1661010 h 1661010"/>
                <a:gd name="csX6" fmla="*/ 166101 w 10923743"/>
                <a:gd name="csY6" fmla="*/ 1661010 h 1661010"/>
                <a:gd name="csX7" fmla="*/ 0 w 10923743"/>
                <a:gd name="csY7" fmla="*/ 1494909 h 1661010"/>
                <a:gd name="csX8" fmla="*/ 0 w 10923743"/>
                <a:gd name="csY8" fmla="*/ 166101 h 16610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0923743" h="1661010">
                  <a:moveTo>
                    <a:pt x="0" y="166101"/>
                  </a:moveTo>
                  <a:cubicBezTo>
                    <a:pt x="0" y="74366"/>
                    <a:pt x="74366" y="0"/>
                    <a:pt x="166101" y="0"/>
                  </a:cubicBezTo>
                  <a:lnTo>
                    <a:pt x="10757642" y="0"/>
                  </a:lnTo>
                  <a:cubicBezTo>
                    <a:pt x="10849377" y="0"/>
                    <a:pt x="10923743" y="74366"/>
                    <a:pt x="10923743" y="166101"/>
                  </a:cubicBezTo>
                  <a:lnTo>
                    <a:pt x="10923743" y="1494909"/>
                  </a:lnTo>
                  <a:cubicBezTo>
                    <a:pt x="10923743" y="1586644"/>
                    <a:pt x="10849377" y="1661010"/>
                    <a:pt x="10757642" y="1661010"/>
                  </a:cubicBezTo>
                  <a:lnTo>
                    <a:pt x="166101" y="1661010"/>
                  </a:lnTo>
                  <a:cubicBezTo>
                    <a:pt x="74366" y="1661010"/>
                    <a:pt x="0" y="1586644"/>
                    <a:pt x="0" y="1494909"/>
                  </a:cubicBezTo>
                  <a:lnTo>
                    <a:pt x="0" y="166101"/>
                  </a:lnTo>
                  <a:close/>
                </a:path>
              </a:pathLst>
            </a:custGeom>
            <a:solidFill>
              <a:srgbClr val="DCEAF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9031" tIns="99031" rIns="1508982" bIns="99031" numCol="1" spcCol="1270" anchor="ctr" anchorCtr="0">
              <a:noAutofit/>
            </a:bodyPr>
            <a:lstStyle/>
            <a:p>
              <a:pPr defTabSz="75412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697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CEF692CA-D0C6-A067-42D9-0E72B2111591}"/>
                </a:ext>
              </a:extLst>
            </p:cNvPr>
            <p:cNvSpPr/>
            <p:nvPr/>
          </p:nvSpPr>
          <p:spPr>
            <a:xfrm>
              <a:off x="24578670" y="6400938"/>
              <a:ext cx="1079656" cy="1079656"/>
            </a:xfrm>
            <a:custGeom>
              <a:avLst/>
              <a:gdLst>
                <a:gd name="csX0" fmla="*/ 0 w 1079656"/>
                <a:gd name="csY0" fmla="*/ 593811 h 1079656"/>
                <a:gd name="csX1" fmla="*/ 242923 w 1079656"/>
                <a:gd name="csY1" fmla="*/ 593811 h 1079656"/>
                <a:gd name="csX2" fmla="*/ 242923 w 1079656"/>
                <a:gd name="csY2" fmla="*/ 0 h 1079656"/>
                <a:gd name="csX3" fmla="*/ 836733 w 1079656"/>
                <a:gd name="csY3" fmla="*/ 0 h 1079656"/>
                <a:gd name="csX4" fmla="*/ 836733 w 1079656"/>
                <a:gd name="csY4" fmla="*/ 593811 h 1079656"/>
                <a:gd name="csX5" fmla="*/ 1079656 w 1079656"/>
                <a:gd name="csY5" fmla="*/ 593811 h 1079656"/>
                <a:gd name="csX6" fmla="*/ 539828 w 1079656"/>
                <a:gd name="csY6" fmla="*/ 1079656 h 1079656"/>
                <a:gd name="csX7" fmla="*/ 0 w 1079656"/>
                <a:gd name="csY7" fmla="*/ 593811 h 10796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079656" h="1079656">
                  <a:moveTo>
                    <a:pt x="0" y="593811"/>
                  </a:moveTo>
                  <a:lnTo>
                    <a:pt x="242923" y="593811"/>
                  </a:lnTo>
                  <a:lnTo>
                    <a:pt x="242923" y="0"/>
                  </a:lnTo>
                  <a:lnTo>
                    <a:pt x="836733" y="0"/>
                  </a:lnTo>
                  <a:lnTo>
                    <a:pt x="836733" y="593811"/>
                  </a:lnTo>
                  <a:lnTo>
                    <a:pt x="1079656" y="593811"/>
                  </a:lnTo>
                  <a:lnTo>
                    <a:pt x="539828" y="1079656"/>
                  </a:lnTo>
                  <a:lnTo>
                    <a:pt x="0" y="593811"/>
                  </a:lnTo>
                  <a:close/>
                </a:path>
              </a:pathLst>
            </a:custGeom>
            <a:solidFill>
              <a:srgbClr val="C00000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04045" tIns="32320" rIns="204045" bIns="221218" numCol="1" spcCol="1270" anchor="ctr" anchorCtr="0">
              <a:noAutofit/>
            </a:bodyPr>
            <a:lstStyle/>
            <a:p>
              <a:pPr algn="ctr" defTabSz="113118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2545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13960843-A248-0C8D-1760-E563C244AEAB}"/>
                </a:ext>
              </a:extLst>
            </p:cNvPr>
            <p:cNvSpPr/>
            <p:nvPr/>
          </p:nvSpPr>
          <p:spPr>
            <a:xfrm>
              <a:off x="25493534" y="8225049"/>
              <a:ext cx="1079656" cy="1079656"/>
            </a:xfrm>
            <a:custGeom>
              <a:avLst/>
              <a:gdLst>
                <a:gd name="csX0" fmla="*/ 0 w 1079656"/>
                <a:gd name="csY0" fmla="*/ 593811 h 1079656"/>
                <a:gd name="csX1" fmla="*/ 242923 w 1079656"/>
                <a:gd name="csY1" fmla="*/ 593811 h 1079656"/>
                <a:gd name="csX2" fmla="*/ 242923 w 1079656"/>
                <a:gd name="csY2" fmla="*/ 0 h 1079656"/>
                <a:gd name="csX3" fmla="*/ 836733 w 1079656"/>
                <a:gd name="csY3" fmla="*/ 0 h 1079656"/>
                <a:gd name="csX4" fmla="*/ 836733 w 1079656"/>
                <a:gd name="csY4" fmla="*/ 593811 h 1079656"/>
                <a:gd name="csX5" fmla="*/ 1079656 w 1079656"/>
                <a:gd name="csY5" fmla="*/ 593811 h 1079656"/>
                <a:gd name="csX6" fmla="*/ 539828 w 1079656"/>
                <a:gd name="csY6" fmla="*/ 1079656 h 1079656"/>
                <a:gd name="csX7" fmla="*/ 0 w 1079656"/>
                <a:gd name="csY7" fmla="*/ 593811 h 10796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079656" h="1079656">
                  <a:moveTo>
                    <a:pt x="0" y="593811"/>
                  </a:moveTo>
                  <a:lnTo>
                    <a:pt x="242923" y="593811"/>
                  </a:lnTo>
                  <a:lnTo>
                    <a:pt x="242923" y="0"/>
                  </a:lnTo>
                  <a:lnTo>
                    <a:pt x="836733" y="0"/>
                  </a:lnTo>
                  <a:lnTo>
                    <a:pt x="836733" y="593811"/>
                  </a:lnTo>
                  <a:lnTo>
                    <a:pt x="1079656" y="593811"/>
                  </a:lnTo>
                  <a:lnTo>
                    <a:pt x="539828" y="1079656"/>
                  </a:lnTo>
                  <a:lnTo>
                    <a:pt x="0" y="593811"/>
                  </a:lnTo>
                  <a:close/>
                </a:path>
              </a:pathLst>
            </a:custGeom>
            <a:solidFill>
              <a:srgbClr val="C00000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04045" tIns="32320" rIns="204045" bIns="221218" numCol="1" spcCol="1270" anchor="ctr" anchorCtr="0">
              <a:noAutofit/>
            </a:bodyPr>
            <a:lstStyle/>
            <a:p>
              <a:pPr algn="ctr" defTabSz="113118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2545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262D6BC0-B1E9-E0F6-5EBC-D56AE3BEBA17}"/>
                </a:ext>
              </a:extLst>
            </p:cNvPr>
            <p:cNvSpPr/>
            <p:nvPr/>
          </p:nvSpPr>
          <p:spPr>
            <a:xfrm>
              <a:off x="26394742" y="10060738"/>
              <a:ext cx="1079656" cy="1079656"/>
            </a:xfrm>
            <a:custGeom>
              <a:avLst/>
              <a:gdLst>
                <a:gd name="csX0" fmla="*/ 0 w 1079656"/>
                <a:gd name="csY0" fmla="*/ 593811 h 1079656"/>
                <a:gd name="csX1" fmla="*/ 242923 w 1079656"/>
                <a:gd name="csY1" fmla="*/ 593811 h 1079656"/>
                <a:gd name="csX2" fmla="*/ 242923 w 1079656"/>
                <a:gd name="csY2" fmla="*/ 0 h 1079656"/>
                <a:gd name="csX3" fmla="*/ 836733 w 1079656"/>
                <a:gd name="csY3" fmla="*/ 0 h 1079656"/>
                <a:gd name="csX4" fmla="*/ 836733 w 1079656"/>
                <a:gd name="csY4" fmla="*/ 593811 h 1079656"/>
                <a:gd name="csX5" fmla="*/ 1079656 w 1079656"/>
                <a:gd name="csY5" fmla="*/ 593811 h 1079656"/>
                <a:gd name="csX6" fmla="*/ 539828 w 1079656"/>
                <a:gd name="csY6" fmla="*/ 1079656 h 1079656"/>
                <a:gd name="csX7" fmla="*/ 0 w 1079656"/>
                <a:gd name="csY7" fmla="*/ 593811 h 10796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079656" h="1079656">
                  <a:moveTo>
                    <a:pt x="0" y="593811"/>
                  </a:moveTo>
                  <a:lnTo>
                    <a:pt x="242923" y="593811"/>
                  </a:lnTo>
                  <a:lnTo>
                    <a:pt x="242923" y="0"/>
                  </a:lnTo>
                  <a:lnTo>
                    <a:pt x="836733" y="0"/>
                  </a:lnTo>
                  <a:lnTo>
                    <a:pt x="836733" y="593811"/>
                  </a:lnTo>
                  <a:lnTo>
                    <a:pt x="1079656" y="593811"/>
                  </a:lnTo>
                  <a:lnTo>
                    <a:pt x="539828" y="1079656"/>
                  </a:lnTo>
                  <a:lnTo>
                    <a:pt x="0" y="593811"/>
                  </a:lnTo>
                  <a:close/>
                </a:path>
              </a:pathLst>
            </a:custGeom>
            <a:solidFill>
              <a:srgbClr val="C00000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04045" tIns="32320" rIns="204045" bIns="221218" numCol="1" spcCol="1270" anchor="ctr" anchorCtr="0">
              <a:noAutofit/>
            </a:bodyPr>
            <a:lstStyle/>
            <a:p>
              <a:pPr algn="ctr" defTabSz="113118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2545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65EF1D08-BD2B-E14A-A449-764D34352F68}"/>
                </a:ext>
              </a:extLst>
            </p:cNvPr>
            <p:cNvSpPr txBox="1"/>
            <p:nvPr/>
          </p:nvSpPr>
          <p:spPr>
            <a:xfrm>
              <a:off x="14874465" y="5444358"/>
              <a:ext cx="10643980" cy="1238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sz="1697" b="1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Module 1: Basic Foundations</a:t>
              </a:r>
            </a:p>
            <a:p>
              <a:pPr marL="242396" indent="-242396">
                <a:buFont typeface="Wingdings" panose="05000000000000000000" pitchFamily="2" charset="2"/>
                <a:buChar char="§"/>
              </a:pPr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Develop a backend server, database, and basic API endpoints</a:t>
              </a:r>
            </a:p>
            <a:p>
              <a:pPr marL="242396" indent="-242396">
                <a:buFont typeface="Wingdings" panose="05000000000000000000" pitchFamily="2" charset="2"/>
                <a:buChar char="§"/>
              </a:pPr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Build an Android app with a login system, user interface and navigation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37EE933E-3E23-A8DB-4CD9-7A114676E3E6}"/>
                </a:ext>
              </a:extLst>
            </p:cNvPr>
            <p:cNvSpPr txBox="1"/>
            <p:nvPr/>
          </p:nvSpPr>
          <p:spPr>
            <a:xfrm>
              <a:off x="15789328" y="7255705"/>
              <a:ext cx="10643980" cy="1238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sz="1697" b="1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Module 2: Core Features</a:t>
              </a:r>
              <a:r>
                <a:rPr lang="en-US" sz="1697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  <a:p>
              <a:pPr marL="242396" indent="-242396">
                <a:buFont typeface="Wingdings" panose="05000000000000000000" pitchFamily="2" charset="2"/>
                <a:buChar char="§"/>
              </a:pPr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OCR registration flow, NFC UID capture</a:t>
              </a:r>
            </a:p>
            <a:p>
              <a:pPr marL="242396" indent="-242396">
                <a:buFont typeface="Wingdings" panose="05000000000000000000" pitchFamily="2" charset="2"/>
                <a:buChar char="§"/>
              </a:pPr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Password and email login, one-card-per-account system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0A19C540-B7A8-63F4-56BF-CC7BFB982C69}"/>
                </a:ext>
              </a:extLst>
            </p:cNvPr>
            <p:cNvSpPr txBox="1"/>
            <p:nvPr/>
          </p:nvSpPr>
          <p:spPr>
            <a:xfrm>
              <a:off x="16690537" y="9102968"/>
              <a:ext cx="10643980" cy="1238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sz="1697" b="1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Module 3: HCE Integration</a:t>
              </a:r>
              <a:r>
                <a:rPr lang="en-US" sz="1697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  <a:p>
              <a:pPr marL="242396" indent="-242396">
                <a:buFont typeface="Wingdings" panose="05000000000000000000" pitchFamily="2" charset="2"/>
                <a:buChar char="§"/>
              </a:pPr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Implement HCE service to emulate card’s UID</a:t>
              </a:r>
            </a:p>
            <a:p>
              <a:pPr marL="242396" indent="-242396">
                <a:buFont typeface="Wingdings" panose="05000000000000000000" pitchFamily="2" charset="2"/>
                <a:buChar char="§"/>
              </a:pPr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Integrate “Simulate Access” feature</a:t>
              </a:r>
            </a:p>
          </p:txBody>
        </p:sp>
        <p:sp>
          <p:nvSpPr>
            <p:cNvPr id="1024" name="TextBox 1023">
              <a:extLst>
                <a:ext uri="{FF2B5EF4-FFF2-40B4-BE49-F238E27FC236}">
                  <a16:creationId xmlns:a16="http://schemas.microsoft.com/office/drawing/2014/main" id="{794FCD99-3086-4B5C-4FC9-ACB7B1DBFD41}"/>
                </a:ext>
              </a:extLst>
            </p:cNvPr>
            <p:cNvSpPr txBox="1"/>
            <p:nvPr/>
          </p:nvSpPr>
          <p:spPr>
            <a:xfrm>
              <a:off x="17294109" y="10973383"/>
              <a:ext cx="10643980" cy="1238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sz="1697" b="1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Module 4: Testing &amp; Polishing</a:t>
              </a:r>
              <a:r>
                <a:rPr lang="en-US" sz="1697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  <a:p>
              <a:pPr marL="242396" indent="-242396">
                <a:buFont typeface="Wingdings" panose="05000000000000000000" pitchFamily="2" charset="2"/>
                <a:buChar char="§"/>
              </a:pPr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End-to-end testing, security auditing</a:t>
              </a:r>
            </a:p>
            <a:p>
              <a:pPr marL="242396" indent="-242396">
                <a:buFont typeface="Wingdings" panose="05000000000000000000" pitchFamily="2" charset="2"/>
                <a:buChar char="§"/>
              </a:pPr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User testing, documentation</a:t>
              </a:r>
            </a:p>
          </p:txBody>
        </p:sp>
      </p:grpSp>
      <p:sp>
        <p:nvSpPr>
          <p:cNvPr id="1026" name="Rectangle 1025">
            <a:extLst>
              <a:ext uri="{FF2B5EF4-FFF2-40B4-BE49-F238E27FC236}">
                <a16:creationId xmlns:a16="http://schemas.microsoft.com/office/drawing/2014/main" id="{63B09BB8-9580-6040-2579-4FA9165F2A30}"/>
              </a:ext>
            </a:extLst>
          </p:cNvPr>
          <p:cNvSpPr/>
          <p:nvPr/>
        </p:nvSpPr>
        <p:spPr>
          <a:xfrm>
            <a:off x="10187761" y="14102317"/>
            <a:ext cx="9867717" cy="5442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rgbClr val="156082"/>
              </a:solidFill>
            </a:endParaRPr>
          </a:p>
        </p:txBody>
      </p:sp>
      <p:sp>
        <p:nvSpPr>
          <p:cNvPr id="1027" name="Rectangle: Single Corner Snipped 1026">
            <a:extLst>
              <a:ext uri="{FF2B5EF4-FFF2-40B4-BE49-F238E27FC236}">
                <a16:creationId xmlns:a16="http://schemas.microsoft.com/office/drawing/2014/main" id="{4BE86301-0D14-62D9-D043-C876D7F7BA32}"/>
              </a:ext>
            </a:extLst>
          </p:cNvPr>
          <p:cNvSpPr/>
          <p:nvPr/>
        </p:nvSpPr>
        <p:spPr>
          <a:xfrm>
            <a:off x="10199777" y="13507978"/>
            <a:ext cx="9867717" cy="594339"/>
          </a:xfrm>
          <a:prstGeom prst="snip1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62" b="1" dirty="0"/>
              <a:t>HOW THE SYSTEM WORKS</a:t>
            </a:r>
            <a:endParaRPr lang="en-US" sz="2262" b="1" dirty="0">
              <a:solidFill>
                <a:srgbClr val="156082"/>
              </a:solidFill>
            </a:endParaRPr>
          </a:p>
        </p:txBody>
      </p:sp>
      <p:pic>
        <p:nvPicPr>
          <p:cNvPr id="59" name="Graphic 58" descr="Court with solid fill">
            <a:extLst>
              <a:ext uri="{FF2B5EF4-FFF2-40B4-BE49-F238E27FC236}">
                <a16:creationId xmlns:a16="http://schemas.microsoft.com/office/drawing/2014/main" id="{A41A3955-EDB1-4AB1-CFE2-29344840361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13693" y="11108207"/>
            <a:ext cx="483600" cy="483600"/>
          </a:xfrm>
          <a:prstGeom prst="rect">
            <a:avLst/>
          </a:prstGeom>
        </p:spPr>
      </p:pic>
      <p:pic>
        <p:nvPicPr>
          <p:cNvPr id="61" name="Graphic 60" descr="Search Inventory with solid fill">
            <a:extLst>
              <a:ext uri="{FF2B5EF4-FFF2-40B4-BE49-F238E27FC236}">
                <a16:creationId xmlns:a16="http://schemas.microsoft.com/office/drawing/2014/main" id="{C2F188F0-DE0B-7234-334C-FDC25FDA0E8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27973" y="12538037"/>
            <a:ext cx="455040" cy="455040"/>
          </a:xfrm>
          <a:prstGeom prst="rect">
            <a:avLst/>
          </a:prstGeom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0526262C-21D2-0BEB-682F-D39D7F8A2A5C}"/>
              </a:ext>
            </a:extLst>
          </p:cNvPr>
          <p:cNvGrpSpPr/>
          <p:nvPr/>
        </p:nvGrpSpPr>
        <p:grpSpPr>
          <a:xfrm>
            <a:off x="489266" y="10278083"/>
            <a:ext cx="532456" cy="471775"/>
            <a:chOff x="617914" y="14428590"/>
            <a:chExt cx="753213" cy="667373"/>
          </a:xfrm>
        </p:grpSpPr>
        <p:pic>
          <p:nvPicPr>
            <p:cNvPr id="45" name="Graphic 44" descr="Smart Phone with solid fill">
              <a:extLst>
                <a:ext uri="{FF2B5EF4-FFF2-40B4-BE49-F238E27FC236}">
                  <a16:creationId xmlns:a16="http://schemas.microsoft.com/office/drawing/2014/main" id="{C60D0B75-1CEE-B037-4A13-FD0B6F094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617914" y="14428590"/>
              <a:ext cx="753213" cy="591932"/>
            </a:xfrm>
            <a:prstGeom prst="rect">
              <a:avLst/>
            </a:prstGeom>
          </p:spPr>
        </p:pic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6471C8F-52F4-1950-1676-E1D94064B8FF}"/>
                </a:ext>
              </a:extLst>
            </p:cNvPr>
            <p:cNvSpPr/>
            <p:nvPr/>
          </p:nvSpPr>
          <p:spPr>
            <a:xfrm>
              <a:off x="896478" y="14808347"/>
              <a:ext cx="194355" cy="287616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/>
            </a:p>
          </p:txBody>
        </p:sp>
      </p:grpSp>
      <p:pic>
        <p:nvPicPr>
          <p:cNvPr id="57" name="Graphic 56" descr="Smart Phone with solid fill">
            <a:extLst>
              <a:ext uri="{FF2B5EF4-FFF2-40B4-BE49-F238E27FC236}">
                <a16:creationId xmlns:a16="http://schemas.microsoft.com/office/drawing/2014/main" id="{6CA76BC3-407F-1612-DEAE-5E054BA7DDE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89266" y="11890969"/>
            <a:ext cx="532456" cy="418444"/>
          </a:xfrm>
          <a:prstGeom prst="rect">
            <a:avLst/>
          </a:prstGeom>
        </p:spPr>
      </p:pic>
      <p:pic>
        <p:nvPicPr>
          <p:cNvPr id="75" name="Graphic 74" descr="Alarm clock with solid fill">
            <a:extLst>
              <a:ext uri="{FF2B5EF4-FFF2-40B4-BE49-F238E27FC236}">
                <a16:creationId xmlns:a16="http://schemas.microsoft.com/office/drawing/2014/main" id="{C34BFBBB-FF1B-8295-0BC7-93A8669C55D8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05718" y="13185190"/>
            <a:ext cx="499551" cy="499551"/>
          </a:xfrm>
          <a:prstGeom prst="rect">
            <a:avLst/>
          </a:prstGeom>
        </p:spPr>
      </p:pic>
      <p:sp>
        <p:nvSpPr>
          <p:cNvPr id="113" name="Rectangle: Diagonal Corners Snipped 112">
            <a:extLst>
              <a:ext uri="{FF2B5EF4-FFF2-40B4-BE49-F238E27FC236}">
                <a16:creationId xmlns:a16="http://schemas.microsoft.com/office/drawing/2014/main" id="{751FF5F8-95FB-85E8-1074-9E903A23E2F9}"/>
              </a:ext>
            </a:extLst>
          </p:cNvPr>
          <p:cNvSpPr/>
          <p:nvPr/>
        </p:nvSpPr>
        <p:spPr>
          <a:xfrm>
            <a:off x="169338" y="19727752"/>
            <a:ext cx="29928596" cy="1506973"/>
          </a:xfrm>
          <a:prstGeom prst="snip2DiagRect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grpSp>
        <p:nvGrpSpPr>
          <p:cNvPr id="1089" name="Group 1088">
            <a:extLst>
              <a:ext uri="{FF2B5EF4-FFF2-40B4-BE49-F238E27FC236}">
                <a16:creationId xmlns:a16="http://schemas.microsoft.com/office/drawing/2014/main" id="{2E97938B-C9B6-DF1E-0D7B-B40F2E532606}"/>
              </a:ext>
            </a:extLst>
          </p:cNvPr>
          <p:cNvGrpSpPr/>
          <p:nvPr/>
        </p:nvGrpSpPr>
        <p:grpSpPr>
          <a:xfrm>
            <a:off x="659754" y="20013419"/>
            <a:ext cx="2130927" cy="935639"/>
            <a:chOff x="533923" y="28286993"/>
            <a:chExt cx="3014413" cy="1323556"/>
          </a:xfrm>
        </p:grpSpPr>
        <p:pic>
          <p:nvPicPr>
            <p:cNvPr id="1062" name="Picture 1061">
              <a:extLst>
                <a:ext uri="{FF2B5EF4-FFF2-40B4-BE49-F238E27FC236}">
                  <a16:creationId xmlns:a16="http://schemas.microsoft.com/office/drawing/2014/main" id="{785A17F2-27E5-FD5A-AB56-3A7C0527D8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3923" y="28286993"/>
              <a:ext cx="1323556" cy="1323556"/>
            </a:xfrm>
            <a:prstGeom prst="rect">
              <a:avLst/>
            </a:prstGeom>
          </p:spPr>
        </p:pic>
        <p:sp>
          <p:nvSpPr>
            <p:cNvPr id="1064" name="TextBox 1063">
              <a:extLst>
                <a:ext uri="{FF2B5EF4-FFF2-40B4-BE49-F238E27FC236}">
                  <a16:creationId xmlns:a16="http://schemas.microsoft.com/office/drawing/2014/main" id="{E2D26BDB-55D4-B33F-D461-443EDE95330A}"/>
                </a:ext>
              </a:extLst>
            </p:cNvPr>
            <p:cNvSpPr txBox="1"/>
            <p:nvPr/>
          </p:nvSpPr>
          <p:spPr>
            <a:xfrm>
              <a:off x="1857480" y="28410162"/>
              <a:ext cx="1690856" cy="11154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62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Android </a:t>
              </a:r>
            </a:p>
            <a:p>
              <a:r>
                <a:rPr lang="en-US" sz="2262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Studio</a:t>
              </a:r>
            </a:p>
          </p:txBody>
        </p:sp>
      </p:grpSp>
      <p:grpSp>
        <p:nvGrpSpPr>
          <p:cNvPr id="1094" name="Group 1093">
            <a:extLst>
              <a:ext uri="{FF2B5EF4-FFF2-40B4-BE49-F238E27FC236}">
                <a16:creationId xmlns:a16="http://schemas.microsoft.com/office/drawing/2014/main" id="{59C73D1A-16DD-1EA6-ACC9-78565408FAF4}"/>
              </a:ext>
            </a:extLst>
          </p:cNvPr>
          <p:cNvGrpSpPr/>
          <p:nvPr/>
        </p:nvGrpSpPr>
        <p:grpSpPr>
          <a:xfrm>
            <a:off x="3854818" y="19992490"/>
            <a:ext cx="2016293" cy="969602"/>
            <a:chOff x="3548336" y="28262971"/>
            <a:chExt cx="2852251" cy="1371600"/>
          </a:xfrm>
        </p:grpSpPr>
        <p:pic>
          <p:nvPicPr>
            <p:cNvPr id="1070" name="Picture 1069">
              <a:extLst>
                <a:ext uri="{FF2B5EF4-FFF2-40B4-BE49-F238E27FC236}">
                  <a16:creationId xmlns:a16="http://schemas.microsoft.com/office/drawing/2014/main" id="{AA609874-1EC6-F981-0E91-E17D1D6F83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517" t="7599" r="20583" b="30200"/>
            <a:stretch>
              <a:fillRect/>
            </a:stretch>
          </p:blipFill>
          <p:spPr>
            <a:xfrm>
              <a:off x="3548336" y="28262971"/>
              <a:ext cx="1320867" cy="1371600"/>
            </a:xfrm>
            <a:prstGeom prst="rect">
              <a:avLst/>
            </a:prstGeom>
          </p:spPr>
        </p:pic>
        <p:sp>
          <p:nvSpPr>
            <p:cNvPr id="1072" name="TextBox 1071">
              <a:extLst>
                <a:ext uri="{FF2B5EF4-FFF2-40B4-BE49-F238E27FC236}">
                  <a16:creationId xmlns:a16="http://schemas.microsoft.com/office/drawing/2014/main" id="{E5379961-2329-C1AD-9283-34549C59BF9B}"/>
                </a:ext>
              </a:extLst>
            </p:cNvPr>
            <p:cNvSpPr txBox="1"/>
            <p:nvPr/>
          </p:nvSpPr>
          <p:spPr>
            <a:xfrm>
              <a:off x="4727679" y="28656384"/>
              <a:ext cx="1672908" cy="623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62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Firebase</a:t>
              </a:r>
            </a:p>
          </p:txBody>
        </p:sp>
      </p:grpSp>
      <p:grpSp>
        <p:nvGrpSpPr>
          <p:cNvPr id="1101" name="Group 1100">
            <a:extLst>
              <a:ext uri="{FF2B5EF4-FFF2-40B4-BE49-F238E27FC236}">
                <a16:creationId xmlns:a16="http://schemas.microsoft.com/office/drawing/2014/main" id="{CA1D5D6D-0FF6-15B6-5CE0-56D830EE9C22}"/>
              </a:ext>
            </a:extLst>
          </p:cNvPr>
          <p:cNvGrpSpPr/>
          <p:nvPr/>
        </p:nvGrpSpPr>
        <p:grpSpPr>
          <a:xfrm>
            <a:off x="22995204" y="19995758"/>
            <a:ext cx="1954752" cy="969602"/>
            <a:chOff x="6680638" y="28262971"/>
            <a:chExt cx="2765196" cy="1371600"/>
          </a:xfrm>
        </p:grpSpPr>
        <p:pic>
          <p:nvPicPr>
            <p:cNvPr id="1074" name="Picture 1073">
              <a:extLst>
                <a:ext uri="{FF2B5EF4-FFF2-40B4-BE49-F238E27FC236}">
                  <a16:creationId xmlns:a16="http://schemas.microsoft.com/office/drawing/2014/main" id="{DFAD0C87-FB1A-FAAB-9A88-2399CD0D8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80638" y="28262971"/>
              <a:ext cx="1371600" cy="1371600"/>
            </a:xfrm>
            <a:prstGeom prst="rect">
              <a:avLst/>
            </a:prstGeom>
          </p:spPr>
        </p:pic>
        <p:sp>
          <p:nvSpPr>
            <p:cNvPr id="1076" name="TextBox 1075">
              <a:extLst>
                <a:ext uri="{FF2B5EF4-FFF2-40B4-BE49-F238E27FC236}">
                  <a16:creationId xmlns:a16="http://schemas.microsoft.com/office/drawing/2014/main" id="{CD31A09B-8ACD-B7BB-132E-BE8265F91E27}"/>
                </a:ext>
              </a:extLst>
            </p:cNvPr>
            <p:cNvSpPr txBox="1"/>
            <p:nvPr/>
          </p:nvSpPr>
          <p:spPr>
            <a:xfrm>
              <a:off x="8052239" y="28656384"/>
              <a:ext cx="1393595" cy="623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62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Figma</a:t>
              </a:r>
            </a:p>
          </p:txBody>
        </p:sp>
      </p:grpSp>
      <p:grpSp>
        <p:nvGrpSpPr>
          <p:cNvPr id="1102" name="Group 1101">
            <a:extLst>
              <a:ext uri="{FF2B5EF4-FFF2-40B4-BE49-F238E27FC236}">
                <a16:creationId xmlns:a16="http://schemas.microsoft.com/office/drawing/2014/main" id="{62B2154F-E435-0BD9-5607-E5BD163539AB}"/>
              </a:ext>
            </a:extLst>
          </p:cNvPr>
          <p:cNvGrpSpPr/>
          <p:nvPr/>
        </p:nvGrpSpPr>
        <p:grpSpPr>
          <a:xfrm>
            <a:off x="10407241" y="19996437"/>
            <a:ext cx="1789810" cy="969602"/>
            <a:chOff x="10003971" y="28262971"/>
            <a:chExt cx="2531868" cy="1371600"/>
          </a:xfrm>
        </p:grpSpPr>
        <p:pic>
          <p:nvPicPr>
            <p:cNvPr id="1084" name="Picture 1083">
              <a:extLst>
                <a:ext uri="{FF2B5EF4-FFF2-40B4-BE49-F238E27FC236}">
                  <a16:creationId xmlns:a16="http://schemas.microsoft.com/office/drawing/2014/main" id="{09E0F8EE-3E4B-4911-2A52-6722E5BBD4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03971" y="28262971"/>
              <a:ext cx="1371600" cy="1371600"/>
            </a:xfrm>
            <a:prstGeom prst="rect">
              <a:avLst/>
            </a:prstGeom>
          </p:spPr>
        </p:pic>
        <p:sp>
          <p:nvSpPr>
            <p:cNvPr id="1085" name="TextBox 1084">
              <a:extLst>
                <a:ext uri="{FF2B5EF4-FFF2-40B4-BE49-F238E27FC236}">
                  <a16:creationId xmlns:a16="http://schemas.microsoft.com/office/drawing/2014/main" id="{A43CC061-6D18-990E-D5AE-854851A318E0}"/>
                </a:ext>
              </a:extLst>
            </p:cNvPr>
            <p:cNvSpPr txBox="1"/>
            <p:nvPr/>
          </p:nvSpPr>
          <p:spPr>
            <a:xfrm>
              <a:off x="11269905" y="28656384"/>
              <a:ext cx="1265934" cy="623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62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Kotlin</a:t>
              </a:r>
            </a:p>
          </p:txBody>
        </p:sp>
      </p:grpSp>
      <p:cxnSp>
        <p:nvCxnSpPr>
          <p:cNvPr id="1120" name="Straight Connector 1119">
            <a:extLst>
              <a:ext uri="{FF2B5EF4-FFF2-40B4-BE49-F238E27FC236}">
                <a16:creationId xmlns:a16="http://schemas.microsoft.com/office/drawing/2014/main" id="{7DD425CB-8EFC-AC1E-FA5E-4BA0687EF4AC}"/>
              </a:ext>
            </a:extLst>
          </p:cNvPr>
          <p:cNvCxnSpPr>
            <a:cxnSpLocks/>
          </p:cNvCxnSpPr>
          <p:nvPr/>
        </p:nvCxnSpPr>
        <p:spPr>
          <a:xfrm>
            <a:off x="25440370" y="19727753"/>
            <a:ext cx="0" cy="1506972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A36C0431-0142-3E4E-3240-D5E8578334A8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2719" y="19827897"/>
            <a:ext cx="1306685" cy="130668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146" name="TextBox 1145">
            <a:extLst>
              <a:ext uri="{FF2B5EF4-FFF2-40B4-BE49-F238E27FC236}">
                <a16:creationId xmlns:a16="http://schemas.microsoft.com/office/drawing/2014/main" id="{D621F2DE-30D7-F536-C20D-843A697E30B3}"/>
              </a:ext>
            </a:extLst>
          </p:cNvPr>
          <p:cNvSpPr txBox="1"/>
          <p:nvPr/>
        </p:nvSpPr>
        <p:spPr>
          <a:xfrm>
            <a:off x="27505920" y="20100489"/>
            <a:ext cx="2101600" cy="788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62" b="1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SCAN HERE FOR REFRENCES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2F778064-7598-77E2-5633-66FEDD229178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2469" y="337442"/>
            <a:ext cx="1857589" cy="1955734"/>
          </a:xfrm>
          <a:prstGeom prst="round2DiagRect">
            <a:avLst>
              <a:gd name="adj1" fmla="val 0"/>
              <a:gd name="adj2" fmla="val 28998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93" name="Group 92">
            <a:extLst>
              <a:ext uri="{FF2B5EF4-FFF2-40B4-BE49-F238E27FC236}">
                <a16:creationId xmlns:a16="http://schemas.microsoft.com/office/drawing/2014/main" id="{16068555-1572-5428-A179-B164110C6E76}"/>
              </a:ext>
            </a:extLst>
          </p:cNvPr>
          <p:cNvGrpSpPr/>
          <p:nvPr/>
        </p:nvGrpSpPr>
        <p:grpSpPr>
          <a:xfrm>
            <a:off x="19758509" y="20009962"/>
            <a:ext cx="2216392" cy="969602"/>
            <a:chOff x="18378488" y="28262971"/>
            <a:chExt cx="3135312" cy="1371600"/>
          </a:xfrm>
        </p:grpSpPr>
        <p:sp>
          <p:nvSpPr>
            <p:cNvPr id="1088" name="TextBox 1087">
              <a:extLst>
                <a:ext uri="{FF2B5EF4-FFF2-40B4-BE49-F238E27FC236}">
                  <a16:creationId xmlns:a16="http://schemas.microsoft.com/office/drawing/2014/main" id="{1E7D9106-4D5F-3855-DD9A-8E3148810721}"/>
                </a:ext>
              </a:extLst>
            </p:cNvPr>
            <p:cNvSpPr txBox="1"/>
            <p:nvPr/>
          </p:nvSpPr>
          <p:spPr>
            <a:xfrm>
              <a:off x="20030139" y="28656384"/>
              <a:ext cx="1483661" cy="623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62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GitHub</a:t>
              </a: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10386ADF-FC3F-189F-187E-1D09165FE6DB}"/>
                </a:ext>
              </a:extLst>
            </p:cNvPr>
            <p:cNvSpPr/>
            <p:nvPr/>
          </p:nvSpPr>
          <p:spPr>
            <a:xfrm>
              <a:off x="18509552" y="28434183"/>
              <a:ext cx="1109472" cy="116799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MY" sz="900"/>
            </a:p>
          </p:txBody>
        </p:sp>
        <p:pic>
          <p:nvPicPr>
            <p:cNvPr id="1087" name="Picture 1086">
              <a:extLst>
                <a:ext uri="{FF2B5EF4-FFF2-40B4-BE49-F238E27FC236}">
                  <a16:creationId xmlns:a16="http://schemas.microsoft.com/office/drawing/2014/main" id="{DBFAA6B7-942F-6154-D858-E009A4A49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BEBA8EAE-BF5A-486C-A8C5-ECC9F3942E4B}">
                  <a14:imgProps xmlns:a14="http://schemas.microsoft.com/office/drawing/2010/main">
                    <a14:imgLayer r:embed="rId37">
                      <a14:imgEffect>
                        <a14:backgroundRemoval t="6250" b="95313" l="4883" r="96680">
                          <a14:foregroundMark x1="11914" y1="65234" x2="15430" y2="38086"/>
                          <a14:foregroundMark x1="5273" y1="55859" x2="7813" y2="48242"/>
                          <a14:foregroundMark x1="20117" y1="71289" x2="20117" y2="71289"/>
                          <a14:foregroundMark x1="21680" y1="73242" x2="22461" y2="73438"/>
                          <a14:foregroundMark x1="24023" y1="75586" x2="24023" y2="76563"/>
                          <a14:foregroundMark x1="25977" y1="78516" x2="25977" y2="78516"/>
                          <a14:foregroundMark x1="29688" y1="79883" x2="29688" y2="79883"/>
                          <a14:foregroundMark x1="34180" y1="80664" x2="34180" y2="80664"/>
                          <a14:foregroundMark x1="37109" y1="80859" x2="37109" y2="80859"/>
                          <a14:foregroundMark x1="35547" y1="89063" x2="35547" y2="89063"/>
                          <a14:foregroundMark x1="36133" y1="93945" x2="36133" y2="93945"/>
                          <a14:foregroundMark x1="64063" y1="95313" x2="64063" y2="95313"/>
                          <a14:foregroundMark x1="92578" y1="58789" x2="92578" y2="58789"/>
                          <a14:foregroundMark x1="46484" y1="6250" x2="46484" y2="6250"/>
                          <a14:foregroundMark x1="44727" y1="90234" x2="52539" y2="90039"/>
                          <a14:foregroundMark x1="96680" y1="51563" x2="96680" y2="51563"/>
                          <a14:backgroundMark x1="15430" y1="91016" x2="15430" y2="91016"/>
                          <a14:backgroundMark x1="7422" y1="88477" x2="21680" y2="96680"/>
                          <a14:backgroundMark x1="49023" y1="97266" x2="54102" y2="9511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78488" y="28262971"/>
              <a:ext cx="1371600" cy="1371600"/>
            </a:xfrm>
            <a:prstGeom prst="rect">
              <a:avLst/>
            </a:prstGeom>
            <a:ln>
              <a:noFill/>
            </a:ln>
            <a:effectLst/>
          </p:spPr>
        </p:pic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25E9E97B-645C-9008-9F2F-1B7D9986684B}"/>
              </a:ext>
            </a:extLst>
          </p:cNvPr>
          <p:cNvSpPr txBox="1"/>
          <p:nvPr/>
        </p:nvSpPr>
        <p:spPr>
          <a:xfrm>
            <a:off x="19582923" y="244656"/>
            <a:ext cx="6223856" cy="222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79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 Jin Yang		jin.eu@students.plymouth.ac.uk</a:t>
            </a:r>
          </a:p>
          <a:p>
            <a:endParaRPr lang="en-US" sz="1979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979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 Kean Chun	kean.c.ng@students.plymouth.ac.uk</a:t>
            </a:r>
          </a:p>
          <a:p>
            <a:endParaRPr lang="en-US" sz="1979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979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Teoh Yi Shan		yi.teoh@students.plymouth.ac.uk</a:t>
            </a:r>
          </a:p>
          <a:p>
            <a:endParaRPr lang="en-US" sz="1979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979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Yong Ken		ken.yong@students.plymouth.ac.uk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30D8E8ED-A25B-3AB4-116C-5872AF2356E5}"/>
              </a:ext>
            </a:extLst>
          </p:cNvPr>
          <p:cNvGrpSpPr/>
          <p:nvPr/>
        </p:nvGrpSpPr>
        <p:grpSpPr>
          <a:xfrm>
            <a:off x="6991050" y="19958031"/>
            <a:ext cx="2208573" cy="1046413"/>
            <a:chOff x="23530564" y="28229809"/>
            <a:chExt cx="3124251" cy="1480257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B7BCD326-250A-C3DA-9375-5F1DD9C36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BEBA8EAE-BF5A-486C-A8C5-ECC9F3942E4B}">
                  <a14:imgProps xmlns:a14="http://schemas.microsoft.com/office/drawing/2010/main">
                    <a14:imgLayer r:embed="rId39">
                      <a14:imgEffect>
                        <a14:backgroundRemoval t="9154" b="67012" l="35119" r="70000">
                          <a14:foregroundMark x1="40714" y1="9499" x2="40714" y2="12263"/>
                          <a14:foregroundMark x1="35595" y1="54922" x2="35714" y2="53195"/>
                          <a14:foregroundMark x1="58214" y1="61313" x2="56548" y2="48014"/>
                          <a14:foregroundMark x1="60357" y1="47150" x2="62262" y2="56995"/>
                          <a14:foregroundMark x1="62262" y1="56995" x2="62381" y2="57168"/>
                          <a14:foregroundMark x1="64167" y1="50950" x2="58095" y2="50950"/>
                          <a14:foregroundMark x1="63571" y1="54922" x2="64167" y2="57168"/>
                          <a14:foregroundMark x1="63571" y1="59240" x2="64762" y2="57858"/>
                          <a14:foregroundMark x1="60714" y1="67012" x2="62619" y2="66494"/>
                          <a14:foregroundMark x1="67976" y1="57858" x2="68690" y2="51295"/>
                          <a14:foregroundMark x1="69048" y1="55440" x2="70000" y2="54922"/>
                          <a14:foregroundMark x1="58810" y1="55786" x2="61429" y2="53195"/>
                          <a14:foregroundMark x1="63333" y1="49914" x2="64762" y2="52332"/>
                          <a14:foregroundMark x1="62024" y1="61313" x2="64762" y2="57858"/>
                          <a14:foregroundMark x1="62024" y1="59931" x2="64881" y2="58549"/>
                          <a14:foregroundMark x1="49524" y1="67012" x2="49524" y2="6701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439" t="4318" r="28234" b="28255"/>
            <a:stretch>
              <a:fillRect/>
            </a:stretch>
          </p:blipFill>
          <p:spPr>
            <a:xfrm>
              <a:off x="23530564" y="28229809"/>
              <a:ext cx="1252552" cy="1480257"/>
            </a:xfrm>
            <a:prstGeom prst="rect">
              <a:avLst/>
            </a:prstGeom>
          </p:spPr>
        </p:pic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A20BB9E-4D1C-C556-800D-181098736045}"/>
                </a:ext>
              </a:extLst>
            </p:cNvPr>
            <p:cNvSpPr txBox="1"/>
            <p:nvPr/>
          </p:nvSpPr>
          <p:spPr>
            <a:xfrm>
              <a:off x="24898499" y="28466330"/>
              <a:ext cx="1756316" cy="11154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62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Cloud</a:t>
              </a:r>
            </a:p>
            <a:p>
              <a:r>
                <a:rPr lang="en-US" sz="2262" b="1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Firestore</a:t>
              </a:r>
              <a:endParaRPr lang="en-US" sz="2262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1029" name="Picture 1028">
            <a:extLst>
              <a:ext uri="{FF2B5EF4-FFF2-40B4-BE49-F238E27FC236}">
                <a16:creationId xmlns:a16="http://schemas.microsoft.com/office/drawing/2014/main" id="{BCD6F3B0-A5A2-16A9-BC07-8C84C6D49DB1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9602" y="8621246"/>
            <a:ext cx="6184601" cy="4638450"/>
          </a:xfrm>
          <a:prstGeom prst="round2DiagRect">
            <a:avLst>
              <a:gd name="adj1" fmla="val 0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5CA6F17C-8280-8649-9AA1-535B7EC1D0AB}"/>
              </a:ext>
            </a:extLst>
          </p:cNvPr>
          <p:cNvSpPr txBox="1"/>
          <p:nvPr/>
        </p:nvSpPr>
        <p:spPr>
          <a:xfrm>
            <a:off x="18405214" y="10368700"/>
            <a:ext cx="1650264" cy="440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62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PN532 (SPI)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581688A4-E48D-948B-9AF7-CEC591C54163}"/>
              </a:ext>
            </a:extLst>
          </p:cNvPr>
          <p:cNvSpPr txBox="1"/>
          <p:nvPr/>
        </p:nvSpPr>
        <p:spPr>
          <a:xfrm>
            <a:off x="10199777" y="9282632"/>
            <a:ext cx="4008592" cy="440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62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ESP32 with Expansion Board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12B6E62D-F7A3-9008-346D-F926E332BFF1}"/>
              </a:ext>
            </a:extLst>
          </p:cNvPr>
          <p:cNvSpPr txBox="1"/>
          <p:nvPr/>
        </p:nvSpPr>
        <p:spPr>
          <a:xfrm>
            <a:off x="10496855" y="12538037"/>
            <a:ext cx="2510241" cy="440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62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LCD Display (I2C)</a:t>
            </a:r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06155C20-C4F1-86E8-C2D2-BB50BB79C7A9}"/>
              </a:ext>
            </a:extLst>
          </p:cNvPr>
          <p:cNvSpPr/>
          <p:nvPr/>
        </p:nvSpPr>
        <p:spPr>
          <a:xfrm>
            <a:off x="13099979" y="11581197"/>
            <a:ext cx="2879594" cy="1240455"/>
          </a:xfrm>
          <a:prstGeom prst="rect">
            <a:avLst/>
          </a:prstGeom>
          <a:noFill/>
          <a:ln w="889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900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794CE1E6-00AB-2DE6-FCF3-0FDA7E3C03F6}"/>
              </a:ext>
            </a:extLst>
          </p:cNvPr>
          <p:cNvSpPr/>
          <p:nvPr/>
        </p:nvSpPr>
        <p:spPr>
          <a:xfrm>
            <a:off x="16352555" y="11067777"/>
            <a:ext cx="1691879" cy="1399370"/>
          </a:xfrm>
          <a:prstGeom prst="rect">
            <a:avLst/>
          </a:prstGeom>
          <a:noFill/>
          <a:ln w="889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900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8071F1EE-5C11-983F-577B-5A01E893B0C4}"/>
              </a:ext>
            </a:extLst>
          </p:cNvPr>
          <p:cNvSpPr/>
          <p:nvPr/>
        </p:nvSpPr>
        <p:spPr>
          <a:xfrm>
            <a:off x="13007097" y="10065888"/>
            <a:ext cx="3065359" cy="1399370"/>
          </a:xfrm>
          <a:prstGeom prst="rect">
            <a:avLst/>
          </a:prstGeom>
          <a:noFill/>
          <a:ln w="889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900"/>
          </a:p>
        </p:txBody>
      </p:sp>
      <p:sp>
        <p:nvSpPr>
          <p:cNvPr id="1056" name="Freeform: Shape 1055">
            <a:extLst>
              <a:ext uri="{FF2B5EF4-FFF2-40B4-BE49-F238E27FC236}">
                <a16:creationId xmlns:a16="http://schemas.microsoft.com/office/drawing/2014/main" id="{53D86387-98B7-B3BF-58EE-188217F58128}"/>
              </a:ext>
            </a:extLst>
          </p:cNvPr>
          <p:cNvSpPr/>
          <p:nvPr/>
        </p:nvSpPr>
        <p:spPr>
          <a:xfrm rot="20289252">
            <a:off x="13337831" y="9652998"/>
            <a:ext cx="340056" cy="385546"/>
          </a:xfrm>
          <a:custGeom>
            <a:avLst/>
            <a:gdLst>
              <a:gd name="csX0" fmla="*/ 0 w 1079656"/>
              <a:gd name="csY0" fmla="*/ 593811 h 1079656"/>
              <a:gd name="csX1" fmla="*/ 242923 w 1079656"/>
              <a:gd name="csY1" fmla="*/ 593811 h 1079656"/>
              <a:gd name="csX2" fmla="*/ 242923 w 1079656"/>
              <a:gd name="csY2" fmla="*/ 0 h 1079656"/>
              <a:gd name="csX3" fmla="*/ 836733 w 1079656"/>
              <a:gd name="csY3" fmla="*/ 0 h 1079656"/>
              <a:gd name="csX4" fmla="*/ 836733 w 1079656"/>
              <a:gd name="csY4" fmla="*/ 593811 h 1079656"/>
              <a:gd name="csX5" fmla="*/ 1079656 w 1079656"/>
              <a:gd name="csY5" fmla="*/ 593811 h 1079656"/>
              <a:gd name="csX6" fmla="*/ 539828 w 1079656"/>
              <a:gd name="csY6" fmla="*/ 1079656 h 1079656"/>
              <a:gd name="csX7" fmla="*/ 0 w 1079656"/>
              <a:gd name="csY7" fmla="*/ 593811 h 10796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79656" h="1079656">
                <a:moveTo>
                  <a:pt x="0" y="593811"/>
                </a:moveTo>
                <a:lnTo>
                  <a:pt x="242923" y="593811"/>
                </a:lnTo>
                <a:lnTo>
                  <a:pt x="242923" y="0"/>
                </a:lnTo>
                <a:lnTo>
                  <a:pt x="836733" y="0"/>
                </a:lnTo>
                <a:lnTo>
                  <a:pt x="836733" y="593811"/>
                </a:lnTo>
                <a:lnTo>
                  <a:pt x="1079656" y="593811"/>
                </a:lnTo>
                <a:lnTo>
                  <a:pt x="539828" y="1079656"/>
                </a:lnTo>
                <a:lnTo>
                  <a:pt x="0" y="593811"/>
                </a:lnTo>
                <a:close/>
              </a:path>
            </a:pathLst>
          </a:custGeom>
          <a:solidFill>
            <a:srgbClr val="C00000">
              <a:alpha val="90000"/>
            </a:srgbClr>
          </a:solidFill>
          <a:ln>
            <a:noFill/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4045" tIns="32320" rIns="204045" bIns="221218" numCol="1" spcCol="1270" anchor="ctr" anchorCtr="0">
            <a:noAutofit/>
          </a:bodyPr>
          <a:lstStyle/>
          <a:p>
            <a:pPr algn="ctr" defTabSz="113118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545"/>
          </a:p>
        </p:txBody>
      </p:sp>
      <p:sp>
        <p:nvSpPr>
          <p:cNvPr id="1060" name="Freeform: Shape 1059">
            <a:extLst>
              <a:ext uri="{FF2B5EF4-FFF2-40B4-BE49-F238E27FC236}">
                <a16:creationId xmlns:a16="http://schemas.microsoft.com/office/drawing/2014/main" id="{015D9D53-1D83-E62D-4C64-0E07DC2E3F56}"/>
              </a:ext>
            </a:extLst>
          </p:cNvPr>
          <p:cNvSpPr/>
          <p:nvPr/>
        </p:nvSpPr>
        <p:spPr>
          <a:xfrm rot="14999287">
            <a:off x="12697706" y="12387030"/>
            <a:ext cx="340056" cy="385546"/>
          </a:xfrm>
          <a:custGeom>
            <a:avLst/>
            <a:gdLst>
              <a:gd name="csX0" fmla="*/ 0 w 1079656"/>
              <a:gd name="csY0" fmla="*/ 593811 h 1079656"/>
              <a:gd name="csX1" fmla="*/ 242923 w 1079656"/>
              <a:gd name="csY1" fmla="*/ 593811 h 1079656"/>
              <a:gd name="csX2" fmla="*/ 242923 w 1079656"/>
              <a:gd name="csY2" fmla="*/ 0 h 1079656"/>
              <a:gd name="csX3" fmla="*/ 836733 w 1079656"/>
              <a:gd name="csY3" fmla="*/ 0 h 1079656"/>
              <a:gd name="csX4" fmla="*/ 836733 w 1079656"/>
              <a:gd name="csY4" fmla="*/ 593811 h 1079656"/>
              <a:gd name="csX5" fmla="*/ 1079656 w 1079656"/>
              <a:gd name="csY5" fmla="*/ 593811 h 1079656"/>
              <a:gd name="csX6" fmla="*/ 539828 w 1079656"/>
              <a:gd name="csY6" fmla="*/ 1079656 h 1079656"/>
              <a:gd name="csX7" fmla="*/ 0 w 1079656"/>
              <a:gd name="csY7" fmla="*/ 593811 h 10796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79656" h="1079656">
                <a:moveTo>
                  <a:pt x="0" y="593811"/>
                </a:moveTo>
                <a:lnTo>
                  <a:pt x="242923" y="593811"/>
                </a:lnTo>
                <a:lnTo>
                  <a:pt x="242923" y="0"/>
                </a:lnTo>
                <a:lnTo>
                  <a:pt x="836733" y="0"/>
                </a:lnTo>
                <a:lnTo>
                  <a:pt x="836733" y="593811"/>
                </a:lnTo>
                <a:lnTo>
                  <a:pt x="1079656" y="593811"/>
                </a:lnTo>
                <a:lnTo>
                  <a:pt x="539828" y="1079656"/>
                </a:lnTo>
                <a:lnTo>
                  <a:pt x="0" y="593811"/>
                </a:lnTo>
                <a:close/>
              </a:path>
            </a:pathLst>
          </a:custGeom>
          <a:solidFill>
            <a:srgbClr val="C00000">
              <a:alpha val="90000"/>
            </a:srgbClr>
          </a:solidFill>
          <a:ln>
            <a:noFill/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4045" tIns="32320" rIns="204045" bIns="221218" numCol="1" spcCol="1270" anchor="ctr" anchorCtr="0">
            <a:noAutofit/>
          </a:bodyPr>
          <a:lstStyle/>
          <a:p>
            <a:pPr algn="ctr" defTabSz="113118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545"/>
          </a:p>
        </p:txBody>
      </p:sp>
      <p:sp>
        <p:nvSpPr>
          <p:cNvPr id="1066" name="Freeform: Shape 1065">
            <a:extLst>
              <a:ext uri="{FF2B5EF4-FFF2-40B4-BE49-F238E27FC236}">
                <a16:creationId xmlns:a16="http://schemas.microsoft.com/office/drawing/2014/main" id="{559D5450-A66D-D135-F907-6E1479083209}"/>
              </a:ext>
            </a:extLst>
          </p:cNvPr>
          <p:cNvSpPr/>
          <p:nvPr/>
        </p:nvSpPr>
        <p:spPr>
          <a:xfrm rot="2828445">
            <a:off x="17994076" y="10589312"/>
            <a:ext cx="340056" cy="385546"/>
          </a:xfrm>
          <a:custGeom>
            <a:avLst/>
            <a:gdLst>
              <a:gd name="csX0" fmla="*/ 0 w 1079656"/>
              <a:gd name="csY0" fmla="*/ 593811 h 1079656"/>
              <a:gd name="csX1" fmla="*/ 242923 w 1079656"/>
              <a:gd name="csY1" fmla="*/ 593811 h 1079656"/>
              <a:gd name="csX2" fmla="*/ 242923 w 1079656"/>
              <a:gd name="csY2" fmla="*/ 0 h 1079656"/>
              <a:gd name="csX3" fmla="*/ 836733 w 1079656"/>
              <a:gd name="csY3" fmla="*/ 0 h 1079656"/>
              <a:gd name="csX4" fmla="*/ 836733 w 1079656"/>
              <a:gd name="csY4" fmla="*/ 593811 h 1079656"/>
              <a:gd name="csX5" fmla="*/ 1079656 w 1079656"/>
              <a:gd name="csY5" fmla="*/ 593811 h 1079656"/>
              <a:gd name="csX6" fmla="*/ 539828 w 1079656"/>
              <a:gd name="csY6" fmla="*/ 1079656 h 1079656"/>
              <a:gd name="csX7" fmla="*/ 0 w 1079656"/>
              <a:gd name="csY7" fmla="*/ 593811 h 10796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79656" h="1079656">
                <a:moveTo>
                  <a:pt x="0" y="593811"/>
                </a:moveTo>
                <a:lnTo>
                  <a:pt x="242923" y="593811"/>
                </a:lnTo>
                <a:lnTo>
                  <a:pt x="242923" y="0"/>
                </a:lnTo>
                <a:lnTo>
                  <a:pt x="836733" y="0"/>
                </a:lnTo>
                <a:lnTo>
                  <a:pt x="836733" y="593811"/>
                </a:lnTo>
                <a:lnTo>
                  <a:pt x="1079656" y="593811"/>
                </a:lnTo>
                <a:lnTo>
                  <a:pt x="539828" y="1079656"/>
                </a:lnTo>
                <a:lnTo>
                  <a:pt x="0" y="593811"/>
                </a:lnTo>
                <a:close/>
              </a:path>
            </a:pathLst>
          </a:custGeom>
          <a:solidFill>
            <a:srgbClr val="C00000">
              <a:alpha val="90000"/>
            </a:srgbClr>
          </a:solidFill>
          <a:ln>
            <a:noFill/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4045" tIns="32320" rIns="204045" bIns="221218" numCol="1" spcCol="1270" anchor="ctr" anchorCtr="0">
            <a:noAutofit/>
          </a:bodyPr>
          <a:lstStyle/>
          <a:p>
            <a:pPr algn="ctr" defTabSz="113118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545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CCDCB024-4414-A37E-EC5E-404AE205F9C7}"/>
              </a:ext>
            </a:extLst>
          </p:cNvPr>
          <p:cNvGrpSpPr/>
          <p:nvPr/>
        </p:nvGrpSpPr>
        <p:grpSpPr>
          <a:xfrm>
            <a:off x="25861256" y="326989"/>
            <a:ext cx="4056362" cy="1965293"/>
            <a:chOff x="25861256" y="326989"/>
            <a:chExt cx="4056362" cy="1965293"/>
          </a:xfrm>
        </p:grpSpPr>
        <p:sp>
          <p:nvSpPr>
            <p:cNvPr id="17" name="Rectangle: Single Corner Snipped 16">
              <a:extLst>
                <a:ext uri="{FF2B5EF4-FFF2-40B4-BE49-F238E27FC236}">
                  <a16:creationId xmlns:a16="http://schemas.microsoft.com/office/drawing/2014/main" id="{43B27ED2-B0EC-5BD1-A9E8-4D51477879F9}"/>
                </a:ext>
              </a:extLst>
            </p:cNvPr>
            <p:cNvSpPr/>
            <p:nvPr/>
          </p:nvSpPr>
          <p:spPr>
            <a:xfrm>
              <a:off x="25861256" y="326989"/>
              <a:ext cx="4056362" cy="1965293"/>
            </a:xfrm>
            <a:prstGeom prst="snip1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FA2F4A1A-D2EC-3680-3E96-71BA20D8782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963"/>
            <a:stretch>
              <a:fillRect/>
            </a:stretch>
          </p:blipFill>
          <p:spPr bwMode="auto">
            <a:xfrm>
              <a:off x="25870242" y="662455"/>
              <a:ext cx="4038390" cy="12943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301F1EE-8FD2-EE0F-EBD1-B30CBE0D816F}"/>
              </a:ext>
            </a:extLst>
          </p:cNvPr>
          <p:cNvGrpSpPr/>
          <p:nvPr/>
        </p:nvGrpSpPr>
        <p:grpSpPr>
          <a:xfrm>
            <a:off x="398649" y="347561"/>
            <a:ext cx="4096322" cy="1962656"/>
            <a:chOff x="4401622" y="493123"/>
            <a:chExt cx="5794664" cy="2776376"/>
          </a:xfrm>
        </p:grpSpPr>
        <p:sp>
          <p:nvSpPr>
            <p:cNvPr id="29" name="Rectangle: Single Corner Snipped 28">
              <a:extLst>
                <a:ext uri="{FF2B5EF4-FFF2-40B4-BE49-F238E27FC236}">
                  <a16:creationId xmlns:a16="http://schemas.microsoft.com/office/drawing/2014/main" id="{842AA878-90AB-5B5B-2858-C5BF0D9801F6}"/>
                </a:ext>
              </a:extLst>
            </p:cNvPr>
            <p:cNvSpPr/>
            <p:nvPr/>
          </p:nvSpPr>
          <p:spPr>
            <a:xfrm rot="10800000">
              <a:off x="4401622" y="493123"/>
              <a:ext cx="5794664" cy="2776376"/>
            </a:xfrm>
            <a:prstGeom prst="snip1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pic>
          <p:nvPicPr>
            <p:cNvPr id="14" name="Picture 2" descr="A black background with white text&#10;&#10;AI-generated content may be incorrect.">
              <a:extLst>
                <a:ext uri="{FF2B5EF4-FFF2-40B4-BE49-F238E27FC236}">
                  <a16:creationId xmlns:a16="http://schemas.microsoft.com/office/drawing/2014/main" id="{DD92613D-459F-82E4-0C0C-8A23E90DBF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6025" y="1155377"/>
              <a:ext cx="5465859" cy="14518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3060B43-BC85-7402-28D6-F58C53DCFDB2}"/>
              </a:ext>
            </a:extLst>
          </p:cNvPr>
          <p:cNvGrpSpPr/>
          <p:nvPr/>
        </p:nvGrpSpPr>
        <p:grpSpPr>
          <a:xfrm>
            <a:off x="13099979" y="19996606"/>
            <a:ext cx="2026838" cy="969264"/>
            <a:chOff x="12751149" y="19979491"/>
            <a:chExt cx="2026838" cy="969264"/>
          </a:xfrm>
        </p:grpSpPr>
        <p:pic>
          <p:nvPicPr>
            <p:cNvPr id="5" name="Picture 2" descr="Node JS logo, Node.js JavaScript Web application Express.js Computer  Software, others transparent background PNG clipart | HiClipart">
              <a:extLst>
                <a:ext uri="{FF2B5EF4-FFF2-40B4-BE49-F238E27FC236}">
                  <a16:creationId xmlns:a16="http://schemas.microsoft.com/office/drawing/2014/main" id="{98D361C0-6D56-B784-C5B4-25094E0FB0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3">
              <a:extLst>
                <a:ext uri="{BEBA8EAE-BF5A-486C-A8C5-ECC9F3942E4B}">
                  <a14:imgProps xmlns:a14="http://schemas.microsoft.com/office/drawing/2010/main">
                    <a14:imgLayer r:embed="rId44">
                      <a14:imgEffect>
                        <a14:backgroundRemoval t="10000" b="90000" l="10000" r="90000">
                          <a14:foregroundMark x1="37375" y1="26625" x2="45500" y2="26625"/>
                          <a14:foregroundMark x1="19375" y1="23500" x2="22000" y2="24500"/>
                          <a14:foregroundMark x1="62375" y1="26125" x2="67375" y2="24500"/>
                          <a14:foregroundMark x1="77750" y1="25000" x2="85000" y2="23625"/>
                          <a14:foregroundMark x1="79375" y1="28500" x2="79375" y2="28500"/>
                          <a14:foregroundMark x1="83625" y1="43875" x2="83625" y2="43875"/>
                          <a14:foregroundMark x1="80250" y1="43125" x2="80250" y2="43125"/>
                          <a14:foregroundMark x1="84986" y1="45797" x2="86125" y2="46500"/>
                          <a14:foregroundMark x1="84528" y1="45515" x2="84889" y2="45737"/>
                          <a14:foregroundMark x1="83086" y1="44625" x2="83410" y2="44825"/>
                          <a14:foregroundMark x1="80250" y1="42875" x2="80789" y2="43207"/>
                          <a14:foregroundMark x1="83382" y1="44879" x2="82952" y2="44625"/>
                          <a14:foregroundMark x1="84907" y1="45780" x2="84471" y2="45523"/>
                          <a14:foregroundMark x1="86125" y1="46500" x2="85003" y2="45837"/>
                          <a14:foregroundMark x1="85914" y1="41625" x2="86750" y2="42000"/>
                          <a14:foregroundMark x1="85131" y1="41274" x2="85914" y2="41625"/>
                          <a14:foregroundMark x1="83125" y1="40375" x2="84015" y2="40774"/>
                          <a14:foregroundMark x1="53000" y1="53875" x2="56000" y2="54125"/>
                          <a14:backgroundMark x1="80875" y1="43875" x2="80875" y2="44625"/>
                          <a14:backgroundMark x1="81500" y1="42875" x2="81500" y2="42875"/>
                          <a14:backgroundMark x1="82625" y1="46375" x2="83500" y2="46000"/>
                          <a14:backgroundMark x1="81125" y1="43500" x2="81125" y2="43125"/>
                          <a14:backgroundMark x1="80750" y1="43250" x2="81500" y2="43625"/>
                          <a14:backgroundMark x1="83625" y1="44750" x2="83750" y2="45625"/>
                          <a14:backgroundMark x1="85875" y1="43250" x2="85750" y2="44000"/>
                          <a14:backgroundMark x1="83375" y1="42875" x2="83750" y2="43000"/>
                          <a14:backgroundMark x1="83750" y1="41125" x2="84250" y2="41250"/>
                          <a14:backgroundMark x1="85125" y1="41625" x2="85125" y2="41625"/>
                          <a14:backgroundMark x1="84875" y1="41500" x2="84875" y2="41500"/>
                          <a14:backgroundMark x1="84875" y1="41500" x2="84875" y2="41500"/>
                          <a14:backgroundMark x1="84375" y1="41000" x2="84375" y2="41000"/>
                          <a14:backgroundMark x1="85375" y1="41375" x2="85375" y2="41375"/>
                          <a14:backgroundMark x1="84125" y1="40875" x2="84125" y2="40875"/>
                          <a14:backgroundMark x1="81750" y1="44000" x2="81750" y2="44000"/>
                          <a14:backgroundMark x1="81125" y1="44000" x2="81750" y2="43875"/>
                          <a14:backgroundMark x1="80750" y1="43000" x2="80875" y2="42875"/>
                          <a14:backgroundMark x1="85125" y1="46125" x2="85000" y2="460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51149" y="19979491"/>
              <a:ext cx="969264" cy="9692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56A88B6-2A39-F61B-A863-E0BE45CB3CD4}"/>
                </a:ext>
              </a:extLst>
            </p:cNvPr>
            <p:cNvSpPr txBox="1"/>
            <p:nvPr/>
          </p:nvSpPr>
          <p:spPr>
            <a:xfrm>
              <a:off x="13638750" y="20263819"/>
              <a:ext cx="1139237" cy="440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62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Node.js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727A847-CA59-994F-C97D-EC03F0592E7B}"/>
              </a:ext>
            </a:extLst>
          </p:cNvPr>
          <p:cNvGrpSpPr/>
          <p:nvPr/>
        </p:nvGrpSpPr>
        <p:grpSpPr>
          <a:xfrm>
            <a:off x="16251665" y="19996606"/>
            <a:ext cx="2412563" cy="969264"/>
            <a:chOff x="15489289" y="19979491"/>
            <a:chExt cx="2412563" cy="969264"/>
          </a:xfrm>
        </p:grpSpPr>
        <p:pic>
          <p:nvPicPr>
            <p:cNvPr id="6" name="Picture 4" descr="JavaScript Logo Computer Icons, vue js, angle, text png | PNGEgg">
              <a:extLst>
                <a:ext uri="{FF2B5EF4-FFF2-40B4-BE49-F238E27FC236}">
                  <a16:creationId xmlns:a16="http://schemas.microsoft.com/office/drawing/2014/main" id="{6399106D-D43A-5475-6A78-74B44AD9D98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5">
              <a:extLst>
                <a:ext uri="{BEBA8EAE-BF5A-486C-A8C5-ECC9F3942E4B}">
                  <a14:imgProps xmlns:a14="http://schemas.microsoft.com/office/drawing/2010/main">
                    <a14:imgLayer r:embed="rId46">
                      <a14:imgEffect>
                        <a14:backgroundRemoval t="6055" b="91602" l="10000" r="90000">
                          <a14:foregroundMark x1="44444" y1="6055" x2="57222" y2="7617"/>
                          <a14:foregroundMark x1="50444" y1="91211" x2="52889" y2="9160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87" r="18637"/>
            <a:stretch>
              <a:fillRect/>
            </a:stretch>
          </p:blipFill>
          <p:spPr bwMode="auto">
            <a:xfrm>
              <a:off x="15489289" y="19979491"/>
              <a:ext cx="1057642" cy="9692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4EC0E3B-4B04-57CC-1CB5-4113035B621F}"/>
                </a:ext>
              </a:extLst>
            </p:cNvPr>
            <p:cNvSpPr txBox="1"/>
            <p:nvPr/>
          </p:nvSpPr>
          <p:spPr>
            <a:xfrm>
              <a:off x="16496903" y="20255478"/>
              <a:ext cx="1404949" cy="440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62" b="1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Javascript</a:t>
              </a:r>
              <a:endParaRPr lang="en-US" sz="2262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2BEB2444-D9D3-6BF6-7B1C-CC19683B8110}"/>
              </a:ext>
            </a:extLst>
          </p:cNvPr>
          <p:cNvGrpSpPr/>
          <p:nvPr/>
        </p:nvGrpSpPr>
        <p:grpSpPr>
          <a:xfrm>
            <a:off x="169338" y="16979939"/>
            <a:ext cx="9867717" cy="2564994"/>
            <a:chOff x="228600" y="3743325"/>
            <a:chExt cx="13958888" cy="4562892"/>
          </a:xfrm>
        </p:grpSpPr>
        <p:sp>
          <p:nvSpPr>
            <p:cNvPr id="1053" name="Rectangle 1052">
              <a:extLst>
                <a:ext uri="{FF2B5EF4-FFF2-40B4-BE49-F238E27FC236}">
                  <a16:creationId xmlns:a16="http://schemas.microsoft.com/office/drawing/2014/main" id="{98A4FA9F-3E56-FD15-6F7F-4C2BB50011CD}"/>
                </a:ext>
              </a:extLst>
            </p:cNvPr>
            <p:cNvSpPr/>
            <p:nvPr/>
          </p:nvSpPr>
          <p:spPr>
            <a:xfrm>
              <a:off x="228600" y="4800600"/>
              <a:ext cx="13958888" cy="35056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/>
            </a:p>
          </p:txBody>
        </p:sp>
        <p:sp>
          <p:nvSpPr>
            <p:cNvPr id="1054" name="Rectangle: Single Corner Snipped 1053">
              <a:extLst>
                <a:ext uri="{FF2B5EF4-FFF2-40B4-BE49-F238E27FC236}">
                  <a16:creationId xmlns:a16="http://schemas.microsoft.com/office/drawing/2014/main" id="{4494804C-F2AC-23DC-408F-EEFA2BD59599}"/>
                </a:ext>
              </a:extLst>
            </p:cNvPr>
            <p:cNvSpPr/>
            <p:nvPr/>
          </p:nvSpPr>
          <p:spPr>
            <a:xfrm>
              <a:off x="228600" y="3743325"/>
              <a:ext cx="13958888" cy="1057275"/>
            </a:xfrm>
            <a:prstGeom prst="snip1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62" b="1" dirty="0"/>
                <a:t>WHY NFCAMPUS</a:t>
              </a:r>
            </a:p>
          </p:txBody>
        </p:sp>
      </p:grpSp>
      <p:pic>
        <p:nvPicPr>
          <p:cNvPr id="103" name="Graphic 102" descr="Shield Tick with solid fill">
            <a:extLst>
              <a:ext uri="{FF2B5EF4-FFF2-40B4-BE49-F238E27FC236}">
                <a16:creationId xmlns:a16="http://schemas.microsoft.com/office/drawing/2014/main" id="{B411DAC4-DC6C-1C59-D538-3DF32A736D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95718" y="17869213"/>
            <a:ext cx="646401" cy="646401"/>
          </a:xfrm>
          <a:prstGeom prst="rect">
            <a:avLst/>
          </a:prstGeom>
        </p:spPr>
      </p:pic>
      <p:sp>
        <p:nvSpPr>
          <p:cNvPr id="1032" name="TextBox 1031">
            <a:extLst>
              <a:ext uri="{FF2B5EF4-FFF2-40B4-BE49-F238E27FC236}">
                <a16:creationId xmlns:a16="http://schemas.microsoft.com/office/drawing/2014/main" id="{FBB23C98-D693-6B77-0DD3-0EAB8BF33A7F}"/>
              </a:ext>
            </a:extLst>
          </p:cNvPr>
          <p:cNvSpPr txBox="1"/>
          <p:nvPr/>
        </p:nvSpPr>
        <p:spPr>
          <a:xfrm>
            <a:off x="7836988" y="17736402"/>
            <a:ext cx="2186871" cy="875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97" b="1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Security:</a:t>
            </a:r>
          </a:p>
          <a:p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Encrypted NFC authentication</a:t>
            </a:r>
          </a:p>
        </p:txBody>
      </p:sp>
      <p:grpSp>
        <p:nvGrpSpPr>
          <p:cNvPr id="1104" name="Group 1103">
            <a:extLst>
              <a:ext uri="{FF2B5EF4-FFF2-40B4-BE49-F238E27FC236}">
                <a16:creationId xmlns:a16="http://schemas.microsoft.com/office/drawing/2014/main" id="{CA1AFF43-7840-D6D2-A9E8-A0149271DB77}"/>
              </a:ext>
            </a:extLst>
          </p:cNvPr>
          <p:cNvGrpSpPr/>
          <p:nvPr/>
        </p:nvGrpSpPr>
        <p:grpSpPr>
          <a:xfrm>
            <a:off x="441105" y="17732944"/>
            <a:ext cx="2850927" cy="875817"/>
            <a:chOff x="461760" y="17765141"/>
            <a:chExt cx="2850927" cy="875817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624B0CD3-E3D5-7417-DE23-AD20F0480797}"/>
                </a:ext>
              </a:extLst>
            </p:cNvPr>
            <p:cNvSpPr txBox="1"/>
            <p:nvPr/>
          </p:nvSpPr>
          <p:spPr>
            <a:xfrm>
              <a:off x="1115305" y="17765141"/>
              <a:ext cx="2197382" cy="8758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97" b="1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Convenience:</a:t>
              </a:r>
            </a:p>
            <a:p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Students always carry smartphones</a:t>
              </a:r>
            </a:p>
          </p:txBody>
        </p:sp>
        <p:pic>
          <p:nvPicPr>
            <p:cNvPr id="1083" name="Picture 6">
              <a:extLst>
                <a:ext uri="{FF2B5EF4-FFF2-40B4-BE49-F238E27FC236}">
                  <a16:creationId xmlns:a16="http://schemas.microsoft.com/office/drawing/2014/main" id="{4E69BFAB-5CD3-A199-7E22-E31FA2ABCE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7">
              <a:extLst>
                <a:ext uri="{BEBA8EAE-BF5A-486C-A8C5-ECC9F3942E4B}">
                  <a14:imgProps xmlns:a14="http://schemas.microsoft.com/office/drawing/2010/main">
                    <a14:imgLayer r:embed="rId48">
                      <a14:imgEffect>
                        <a14:backgroundRemoval t="3125" b="93750" l="10000" r="90000">
                          <a14:foregroundMark x1="50980" y1="5158" x2="56250" y2="5313"/>
                          <a14:foregroundMark x1="45625" y1="5000" x2="45765" y2="5004"/>
                          <a14:foregroundMark x1="43750" y1="6875" x2="44433" y2="6670"/>
                          <a14:foregroundMark x1="30000" y1="40313" x2="30000" y2="38125"/>
                          <a14:foregroundMark x1="68438" y1="35313" x2="68750" y2="37500"/>
                          <a14:foregroundMark x1="55937" y1="44375" x2="56563" y2="44063"/>
                          <a14:foregroundMark x1="58750" y1="42188" x2="61563" y2="39063"/>
                          <a14:foregroundMark x1="56250" y1="42500" x2="60313" y2="40313"/>
                          <a14:foregroundMark x1="51875" y1="47500" x2="55625" y2="45000"/>
                          <a14:foregroundMark x1="59688" y1="41250" x2="64688" y2="37188"/>
                          <a14:foregroundMark x1="31563" y1="34688" x2="36563" y2="29688"/>
                          <a14:foregroundMark x1="35938" y1="32188" x2="37500" y2="34063"/>
                          <a14:foregroundMark x1="34688" y1="31563" x2="37500" y2="33438"/>
                          <a14:foregroundMark x1="29063" y1="45938" x2="34063" y2="44688"/>
                          <a14:foregroundMark x1="47500" y1="71563" x2="48750" y2="73125"/>
                          <a14:foregroundMark x1="57500" y1="88750" x2="59062" y2="82500"/>
                          <a14:foregroundMark x1="30312" y1="86563" x2="30938" y2="82500"/>
                          <a14:foregroundMark x1="42188" y1="67500" x2="43750" y2="65625"/>
                          <a14:foregroundMark x1="41676" y1="66875" x2="41875" y2="66875"/>
                          <a14:foregroundMark x1="39688" y1="66875" x2="40965" y2="66875"/>
                          <a14:foregroundMark x1="42500" y1="66563" x2="44375" y2="65938"/>
                          <a14:foregroundMark x1="42073" y1="66563" x2="43438" y2="66563"/>
                          <a14:foregroundMark x1="40938" y1="66563" x2="41362" y2="66563"/>
                          <a14:foregroundMark x1="44375" y1="66875" x2="44063" y2="65313"/>
                          <a14:foregroundMark x1="58125" y1="89063" x2="56875" y2="82500"/>
                          <a14:foregroundMark x1="57188" y1="85938" x2="57813" y2="85938"/>
                          <a14:foregroundMark x1="56875" y1="86875" x2="56875" y2="86875"/>
                          <a14:foregroundMark x1="57500" y1="86563" x2="57500" y2="86875"/>
                          <a14:foregroundMark x1="30625" y1="89375" x2="30000" y2="85938"/>
                          <a14:foregroundMark x1="29688" y1="87500" x2="30938" y2="89375"/>
                          <a14:foregroundMark x1="30000" y1="89063" x2="29688" y2="87813"/>
                          <a14:foregroundMark x1="29063" y1="87813" x2="29063" y2="88125"/>
                          <a14:backgroundMark x1="46121" y1="2460" x2="41875" y2="1875"/>
                          <a14:backgroundMark x1="51875" y1="55313" x2="56875" y2="53438"/>
                          <a14:backgroundMark x1="51875" y1="40313" x2="46563" y2="37813"/>
                          <a14:backgroundMark x1="53438" y1="35313" x2="46563" y2="42813"/>
                          <a14:backgroundMark x1="25795" y1="88125" x2="26250" y2="89375"/>
                          <a14:backgroundMark x1="25000" y1="85938" x2="25682" y2="87813"/>
                          <a14:backgroundMark x1="38750" y1="89375" x2="47813" y2="86875"/>
                          <a14:backgroundMark x1="33021" y1="88150" x2="48438" y2="90000"/>
                          <a14:backgroundMark x1="48438" y1="90000" x2="53750" y2="87500"/>
                          <a14:backgroundMark x1="53750" y1="84375" x2="55937" y2="84688"/>
                          <a14:backgroundMark x1="32615" y1="85779" x2="32813" y2="84688"/>
                          <a14:backgroundMark x1="32669" y1="88357" x2="39375" y2="89063"/>
                          <a14:backgroundMark x1="32070" y1="40476" x2="32128" y2="37642"/>
                          <a14:backgroundMark x1="31875" y1="50000" x2="31903" y2="48608"/>
                          <a14:backgroundMark x1="35498" y1="42081" x2="37188" y2="45000"/>
                          <a14:backgroundMark x1="33750" y1="39063" x2="34096" y2="39661"/>
                          <a14:backgroundMark x1="32188" y1="49375" x2="38750" y2="41563"/>
                          <a14:backgroundMark x1="45382" y1="64032" x2="59375" y2="57813"/>
                          <a14:backgroundMark x1="59375" y1="57813" x2="59375" y2="57188"/>
                          <a14:backgroundMark x1="44677" y1="65365" x2="54375" y2="60938"/>
                          <a14:backgroundMark x1="47188" y1="44063" x2="51250" y2="42188"/>
                          <a14:backgroundMark x1="59352" y1="44387" x2="63750" y2="42188"/>
                          <a14:backgroundMark x1="33518" y1="39805" x2="35662" y2="35339"/>
                          <a14:backgroundMark x1="34688" y1="38125" x2="34688" y2="38125"/>
                          <a14:backgroundMark x1="34375" y1="37500" x2="42188" y2="33438"/>
                          <a14:backgroundMark x1="45313" y1="7500" x2="44688" y2="7187"/>
                          <a14:backgroundMark x1="44375" y1="7187" x2="49688" y2="7187"/>
                          <a14:backgroundMark x1="43750" y1="64688" x2="44063" y2="65000"/>
                        </a14:backgroundRemoval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760" y="17855763"/>
              <a:ext cx="694573" cy="6945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23" name="Group 1122">
            <a:extLst>
              <a:ext uri="{FF2B5EF4-FFF2-40B4-BE49-F238E27FC236}">
                <a16:creationId xmlns:a16="http://schemas.microsoft.com/office/drawing/2014/main" id="{C48BD40D-7706-A24A-3E1A-4C6C338EFFD7}"/>
              </a:ext>
            </a:extLst>
          </p:cNvPr>
          <p:cNvGrpSpPr/>
          <p:nvPr/>
        </p:nvGrpSpPr>
        <p:grpSpPr>
          <a:xfrm>
            <a:off x="1948967" y="18611379"/>
            <a:ext cx="6308459" cy="878614"/>
            <a:chOff x="527973" y="18611379"/>
            <a:chExt cx="6308459" cy="878614"/>
          </a:xfrm>
        </p:grpSpPr>
        <p:grpSp>
          <p:nvGrpSpPr>
            <p:cNvPr id="1122" name="Group 1121">
              <a:extLst>
                <a:ext uri="{FF2B5EF4-FFF2-40B4-BE49-F238E27FC236}">
                  <a16:creationId xmlns:a16="http://schemas.microsoft.com/office/drawing/2014/main" id="{A5754DF9-35D9-C1CB-CC28-5BE8DDEA55C7}"/>
                </a:ext>
              </a:extLst>
            </p:cNvPr>
            <p:cNvGrpSpPr/>
            <p:nvPr/>
          </p:nvGrpSpPr>
          <p:grpSpPr>
            <a:xfrm>
              <a:off x="527973" y="18614176"/>
              <a:ext cx="3111910" cy="875817"/>
              <a:chOff x="527973" y="18614176"/>
              <a:chExt cx="3111910" cy="875817"/>
            </a:xfrm>
          </p:grpSpPr>
          <p:sp>
            <p:nvSpPr>
              <p:cNvPr id="1036" name="TextBox 1035">
                <a:extLst>
                  <a:ext uri="{FF2B5EF4-FFF2-40B4-BE49-F238E27FC236}">
                    <a16:creationId xmlns:a16="http://schemas.microsoft.com/office/drawing/2014/main" id="{41914319-9AF1-E42C-CE0C-1C3061A86836}"/>
                  </a:ext>
                </a:extLst>
              </p:cNvPr>
              <p:cNvSpPr txBox="1"/>
              <p:nvPr/>
            </p:nvSpPr>
            <p:spPr>
              <a:xfrm>
                <a:off x="1095952" y="18614176"/>
                <a:ext cx="2543931" cy="875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97" b="1" dirty="0">
                    <a:solidFill>
                      <a:srgbClr val="15608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Reliable Backup Access:</a:t>
                </a:r>
                <a:r>
                  <a:rPr lang="en-US" sz="1697" dirty="0">
                    <a:solidFill>
                      <a:srgbClr val="15608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697" dirty="0">
                    <a:latin typeface="Calibri" panose="020F0502020204030204" pitchFamily="34" charset="0"/>
                    <a:cs typeface="Calibri" panose="020F0502020204030204" pitchFamily="34" charset="0"/>
                  </a:rPr>
                  <a:t>Works alongside existing campus cards</a:t>
                </a:r>
              </a:p>
            </p:txBody>
          </p:sp>
          <p:pic>
            <p:nvPicPr>
              <p:cNvPr id="1113" name="Picture 8">
                <a:extLst>
                  <a:ext uri="{FF2B5EF4-FFF2-40B4-BE49-F238E27FC236}">
                    <a16:creationId xmlns:a16="http://schemas.microsoft.com/office/drawing/2014/main" id="{203A2CCA-3053-9ECC-F996-D1C12ABC8F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9">
                <a:extLst>
                  <a:ext uri="{BEBA8EAE-BF5A-486C-A8C5-ECC9F3942E4B}">
                    <a14:imgProps xmlns:a14="http://schemas.microsoft.com/office/drawing/2010/main">
                      <a14:imgLayer r:embed="rId50">
                        <a14:imgEffect>
                          <a14:backgroundRemoval t="4063" b="96563" l="2813" r="96563">
                            <a14:foregroundMark x1="12500" y1="61250" x2="22500" y2="63750"/>
                            <a14:foregroundMark x1="62500" y1="82813" x2="63438" y2="87813"/>
                            <a14:foregroundMark x1="65625" y1="92188" x2="69688" y2="92813"/>
                            <a14:foregroundMark x1="51563" y1="25000" x2="7500" y2="16875"/>
                            <a14:foregroundMark x1="5000" y1="40000" x2="14688" y2="44063"/>
                            <a14:foregroundMark x1="3438" y1="13750" x2="3438" y2="11250"/>
                            <a14:foregroundMark x1="2813" y1="37500" x2="10313" y2="41563"/>
                            <a14:foregroundMark x1="96563" y1="79375" x2="95938" y2="83438"/>
                            <a14:foregroundMark x1="93438" y1="94375" x2="83750" y2="96563"/>
                            <a14:foregroundMark x1="91875" y1="69063" x2="94375" y2="69375"/>
                            <a14:foregroundMark x1="4688" y1="10938" x2="45625" y2="8750"/>
                            <a14:foregroundMark x1="31875" y1="6250" x2="38750" y2="4063"/>
                            <a14:foregroundMark x1="2813" y1="53750" x2="8438" y2="59375"/>
                            <a14:foregroundMark x1="2813" y1="77188" x2="9063" y2="80313"/>
                          </a14:backgroundRemoval>
                        </a14:imgEffect>
                        <a14:imgEffect>
                          <a14:saturation sat="66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7973" y="18800752"/>
                <a:ext cx="497070" cy="49707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21" name="Group 1120">
              <a:extLst>
                <a:ext uri="{FF2B5EF4-FFF2-40B4-BE49-F238E27FC236}">
                  <a16:creationId xmlns:a16="http://schemas.microsoft.com/office/drawing/2014/main" id="{20729521-0FEF-9258-5668-0F7C6DB9AD7D}"/>
                </a:ext>
              </a:extLst>
            </p:cNvPr>
            <p:cNvGrpSpPr/>
            <p:nvPr/>
          </p:nvGrpSpPr>
          <p:grpSpPr>
            <a:xfrm>
              <a:off x="3611240" y="18611379"/>
              <a:ext cx="3225192" cy="875817"/>
              <a:chOff x="3611240" y="18611379"/>
              <a:chExt cx="3225192" cy="875817"/>
            </a:xfrm>
          </p:grpSpPr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4592D07-D255-E316-799B-AA2EE3C6486A}"/>
                  </a:ext>
                </a:extLst>
              </p:cNvPr>
              <p:cNvSpPr txBox="1"/>
              <p:nvPr/>
            </p:nvSpPr>
            <p:spPr>
              <a:xfrm>
                <a:off x="4292501" y="18611379"/>
                <a:ext cx="2543931" cy="875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97" b="1" dirty="0">
                    <a:solidFill>
                      <a:srgbClr val="15608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Future-Ready: </a:t>
                </a:r>
              </a:p>
              <a:p>
                <a:r>
                  <a:rPr lang="en-US" sz="1697" dirty="0">
                    <a:latin typeface="Calibri" panose="020F0502020204030204" pitchFamily="34" charset="0"/>
                    <a:cs typeface="Calibri" panose="020F0502020204030204" pitchFamily="34" charset="0"/>
                  </a:rPr>
                  <a:t>Supports smarter campus access systems</a:t>
                </a:r>
              </a:p>
            </p:txBody>
          </p:sp>
          <p:pic>
            <p:nvPicPr>
              <p:cNvPr id="1115" name="Picture 10">
                <a:extLst>
                  <a:ext uri="{FF2B5EF4-FFF2-40B4-BE49-F238E27FC236}">
                    <a16:creationId xmlns:a16="http://schemas.microsoft.com/office/drawing/2014/main" id="{9AF52770-D50E-0ABC-B873-86F72E9B4A2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1">
                <a:extLst>
                  <a:ext uri="{BEBA8EAE-BF5A-486C-A8C5-ECC9F3942E4B}">
                    <a14:imgProps xmlns:a14="http://schemas.microsoft.com/office/drawing/2010/main">
                      <a14:imgLayer r:embed="rId52">
                        <a14:imgEffect>
                          <a14:backgroundRemoval t="10000" b="90000" l="10000" r="90000">
                            <a14:foregroundMark x1="52500" y1="53750" x2="52500" y2="53750"/>
                          </a14:backgroundRemoval>
                        </a14:imgEffect>
                        <a14:imgEffect>
                          <a14:saturation sat="66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11240" y="18695831"/>
                <a:ext cx="681261" cy="6812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1118" name="Group 1117">
            <a:extLst>
              <a:ext uri="{FF2B5EF4-FFF2-40B4-BE49-F238E27FC236}">
                <a16:creationId xmlns:a16="http://schemas.microsoft.com/office/drawing/2014/main" id="{143C820C-8D6D-7035-A87E-B4711415482A}"/>
              </a:ext>
            </a:extLst>
          </p:cNvPr>
          <p:cNvGrpSpPr/>
          <p:nvPr/>
        </p:nvGrpSpPr>
        <p:grpSpPr>
          <a:xfrm>
            <a:off x="3712515" y="17738133"/>
            <a:ext cx="3221685" cy="875817"/>
            <a:chOff x="3712515" y="17738133"/>
            <a:chExt cx="3221685" cy="875817"/>
          </a:xfrm>
        </p:grpSpPr>
        <p:sp>
          <p:nvSpPr>
            <p:cNvPr id="1086" name="TextBox 1085">
              <a:extLst>
                <a:ext uri="{FF2B5EF4-FFF2-40B4-BE49-F238E27FC236}">
                  <a16:creationId xmlns:a16="http://schemas.microsoft.com/office/drawing/2014/main" id="{40CA2878-3626-FE40-C89A-EA83C17527E7}"/>
                </a:ext>
              </a:extLst>
            </p:cNvPr>
            <p:cNvSpPr txBox="1"/>
            <p:nvPr/>
          </p:nvSpPr>
          <p:spPr>
            <a:xfrm>
              <a:off x="4456762" y="17738133"/>
              <a:ext cx="2477438" cy="8758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97" b="1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Safe Testing: </a:t>
              </a:r>
            </a:p>
            <a:p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Uses a custom NFC reader prototype</a:t>
              </a:r>
            </a:p>
          </p:txBody>
        </p:sp>
        <p:pic>
          <p:nvPicPr>
            <p:cNvPr id="1116" name="Picture 12">
              <a:extLst>
                <a:ext uri="{FF2B5EF4-FFF2-40B4-BE49-F238E27FC236}">
                  <a16:creationId xmlns:a16="http://schemas.microsoft.com/office/drawing/2014/main" id="{56129FA4-01DF-0230-B851-F5069CE002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3">
              <a:extLst>
                <a:ext uri="{BEBA8EAE-BF5A-486C-A8C5-ECC9F3942E4B}">
                  <a14:imgProps xmlns:a14="http://schemas.microsoft.com/office/drawing/2010/main">
                    <a14:imgLayer r:embed="rId54">
                      <a14:imgEffect>
                        <a14:backgroundRemoval t="10000" b="90000" l="6563" r="93125">
                          <a14:foregroundMark x1="8438" y1="15937" x2="8438" y2="17500"/>
                          <a14:foregroundMark x1="55625" y1="50000" x2="56875" y2="54375"/>
                          <a14:foregroundMark x1="92188" y1="15937" x2="92188" y2="31563"/>
                          <a14:foregroundMark x1="93125" y1="42188" x2="92500" y2="55313"/>
                          <a14:foregroundMark x1="6563" y1="43750" x2="6563" y2="48438"/>
                          <a14:foregroundMark x1="50000" y1="59688" x2="50000" y2="59688"/>
                          <a14:backgroundMark x1="46250" y1="59688" x2="47500" y2="57500"/>
                          <a14:backgroundMark x1="46875" y1="58750" x2="47813" y2="58125"/>
                          <a14:backgroundMark x1="47188" y1="59062" x2="48438" y2="57500"/>
                        </a14:backgroundRemoval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2515" y="17838948"/>
              <a:ext cx="681262" cy="6812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24" name="Group 1223">
            <a:extLst>
              <a:ext uri="{FF2B5EF4-FFF2-40B4-BE49-F238E27FC236}">
                <a16:creationId xmlns:a16="http://schemas.microsoft.com/office/drawing/2014/main" id="{D29CCA12-78F4-052D-75E9-1A45F399E0ED}"/>
              </a:ext>
            </a:extLst>
          </p:cNvPr>
          <p:cNvGrpSpPr/>
          <p:nvPr/>
        </p:nvGrpSpPr>
        <p:grpSpPr>
          <a:xfrm>
            <a:off x="20230217" y="16886712"/>
            <a:ext cx="9867717" cy="2658221"/>
            <a:chOff x="20246782" y="14166739"/>
            <a:chExt cx="9867717" cy="2658221"/>
          </a:xfrm>
        </p:grpSpPr>
        <p:grpSp>
          <p:nvGrpSpPr>
            <p:cNvPr id="1131" name="Group 1130">
              <a:extLst>
                <a:ext uri="{FF2B5EF4-FFF2-40B4-BE49-F238E27FC236}">
                  <a16:creationId xmlns:a16="http://schemas.microsoft.com/office/drawing/2014/main" id="{77959790-4C3A-9F1A-09DC-D27C740D2078}"/>
                </a:ext>
              </a:extLst>
            </p:cNvPr>
            <p:cNvGrpSpPr/>
            <p:nvPr/>
          </p:nvGrpSpPr>
          <p:grpSpPr>
            <a:xfrm>
              <a:off x="20246782" y="14166739"/>
              <a:ext cx="9867717" cy="2658221"/>
              <a:chOff x="228600" y="3743325"/>
              <a:chExt cx="13958888" cy="4728734"/>
            </a:xfrm>
          </p:grpSpPr>
          <p:sp>
            <p:nvSpPr>
              <p:cNvPr id="1153" name="Rectangle 1152">
                <a:extLst>
                  <a:ext uri="{FF2B5EF4-FFF2-40B4-BE49-F238E27FC236}">
                    <a16:creationId xmlns:a16="http://schemas.microsoft.com/office/drawing/2014/main" id="{D9688C0C-A123-D8E6-4959-E5BBDF58E7D5}"/>
                  </a:ext>
                </a:extLst>
              </p:cNvPr>
              <p:cNvSpPr/>
              <p:nvPr/>
            </p:nvSpPr>
            <p:spPr>
              <a:xfrm>
                <a:off x="228600" y="4800600"/>
                <a:ext cx="13958888" cy="367145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 dirty="0"/>
              </a:p>
            </p:txBody>
          </p:sp>
          <p:sp>
            <p:nvSpPr>
              <p:cNvPr id="1154" name="Rectangle: Single Corner Snipped 1153">
                <a:extLst>
                  <a:ext uri="{FF2B5EF4-FFF2-40B4-BE49-F238E27FC236}">
                    <a16:creationId xmlns:a16="http://schemas.microsoft.com/office/drawing/2014/main" id="{086C321A-5CEC-51E2-71CB-C48A557F8C47}"/>
                  </a:ext>
                </a:extLst>
              </p:cNvPr>
              <p:cNvSpPr/>
              <p:nvPr/>
            </p:nvSpPr>
            <p:spPr>
              <a:xfrm>
                <a:off x="228600" y="3743325"/>
                <a:ext cx="13958888" cy="1057275"/>
              </a:xfrm>
              <a:prstGeom prst="snip1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62" b="1" dirty="0"/>
                  <a:t>EXPECTED OUTCOME &amp; SIGNIFICANCE</a:t>
                </a:r>
                <a:endParaRPr lang="en-US" sz="2262" b="1" dirty="0">
                  <a:solidFill>
                    <a:srgbClr val="156082"/>
                  </a:solidFill>
                </a:endParaRPr>
              </a:p>
            </p:txBody>
          </p:sp>
        </p:grpSp>
        <p:sp>
          <p:nvSpPr>
            <p:cNvPr id="1203" name="TextBox 1202">
              <a:extLst>
                <a:ext uri="{FF2B5EF4-FFF2-40B4-BE49-F238E27FC236}">
                  <a16:creationId xmlns:a16="http://schemas.microsoft.com/office/drawing/2014/main" id="{03008C45-F25B-F697-D348-A2B559B43D57}"/>
                </a:ext>
              </a:extLst>
            </p:cNvPr>
            <p:cNvSpPr txBox="1"/>
            <p:nvPr/>
          </p:nvSpPr>
          <p:spPr>
            <a:xfrm>
              <a:off x="20515221" y="15115520"/>
              <a:ext cx="3726905" cy="1180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79" b="1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Anticipated Results:</a:t>
              </a:r>
              <a:endParaRPr lang="en-US" sz="1979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242396" indent="-242396">
                <a:buFont typeface="Wingdings" panose="05000000000000000000" pitchFamily="2" charset="2"/>
                <a:buChar char="§"/>
              </a:pPr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A fully functional Android application</a:t>
              </a:r>
            </a:p>
            <a:p>
              <a:pPr marL="242396" indent="-242396">
                <a:buFont typeface="Wingdings" panose="05000000000000000000" pitchFamily="2" charset="2"/>
                <a:buChar char="§"/>
              </a:pPr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Seamless NFC-based access control</a:t>
              </a:r>
            </a:p>
            <a:p>
              <a:pPr marL="242396" indent="-242396">
                <a:buFont typeface="Wingdings" panose="05000000000000000000" pitchFamily="2" charset="2"/>
                <a:buChar char="§"/>
              </a:pPr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Enhanced security model</a:t>
              </a:r>
            </a:p>
          </p:txBody>
        </p:sp>
        <p:sp>
          <p:nvSpPr>
            <p:cNvPr id="1204" name="TextBox 1203">
              <a:extLst>
                <a:ext uri="{FF2B5EF4-FFF2-40B4-BE49-F238E27FC236}">
                  <a16:creationId xmlns:a16="http://schemas.microsoft.com/office/drawing/2014/main" id="{9593DCB5-A308-365B-4441-BB811AF74C63}"/>
                </a:ext>
              </a:extLst>
            </p:cNvPr>
            <p:cNvSpPr txBox="1"/>
            <p:nvPr/>
          </p:nvSpPr>
          <p:spPr>
            <a:xfrm>
              <a:off x="24348969" y="15115520"/>
              <a:ext cx="5649647" cy="14415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79" b="1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Contributions:</a:t>
              </a:r>
              <a:endParaRPr lang="en-US" sz="1979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r>
                <a:rPr lang="en-US" sz="1697" b="1" dirty="0">
                  <a:latin typeface="Calibri" panose="020F0502020204030204" pitchFamily="34" charset="0"/>
                  <a:cs typeface="Calibri" panose="020F0502020204030204" pitchFamily="34" charset="0"/>
                </a:rPr>
                <a:t>Academic:</a:t>
              </a:r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 Advancement in mobile computing and security</a:t>
              </a:r>
            </a:p>
            <a:p>
              <a:r>
                <a:rPr lang="en-US" sz="1697" b="1" dirty="0">
                  <a:latin typeface="Calibri" panose="020F0502020204030204" pitchFamily="34" charset="0"/>
                  <a:cs typeface="Calibri" panose="020F0502020204030204" pitchFamily="34" charset="0"/>
                </a:rPr>
                <a:t>Industrial:</a:t>
              </a:r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 Modernization of campus infrastructure</a:t>
              </a:r>
            </a:p>
            <a:p>
              <a:r>
                <a:rPr lang="en-US" sz="1697" b="1" dirty="0">
                  <a:latin typeface="Calibri" panose="020F0502020204030204" pitchFamily="34" charset="0"/>
                  <a:cs typeface="Calibri" panose="020F0502020204030204" pitchFamily="34" charset="0"/>
                </a:rPr>
                <a:t>Societal:</a:t>
              </a:r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 Enhanced user convenience and inclusivity</a:t>
              </a:r>
            </a:p>
            <a:p>
              <a:r>
                <a:rPr lang="en-US" sz="1697" b="1" dirty="0">
                  <a:latin typeface="Calibri" panose="020F0502020204030204" pitchFamily="34" charset="0"/>
                  <a:cs typeface="Calibri" panose="020F0502020204030204" pitchFamily="34" charset="0"/>
                </a:rPr>
                <a:t>Beneficiaries:</a:t>
              </a:r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 Students and the academic institution</a:t>
              </a:r>
            </a:p>
          </p:txBody>
        </p:sp>
      </p:grpSp>
      <p:grpSp>
        <p:nvGrpSpPr>
          <p:cNvPr id="1143" name="Group 1142">
            <a:extLst>
              <a:ext uri="{FF2B5EF4-FFF2-40B4-BE49-F238E27FC236}">
                <a16:creationId xmlns:a16="http://schemas.microsoft.com/office/drawing/2014/main" id="{BA433D3D-5D59-F0CD-A2EC-3551C6A9BB61}"/>
              </a:ext>
            </a:extLst>
          </p:cNvPr>
          <p:cNvGrpSpPr/>
          <p:nvPr/>
        </p:nvGrpSpPr>
        <p:grpSpPr>
          <a:xfrm>
            <a:off x="10742199" y="14408085"/>
            <a:ext cx="8758841" cy="4831080"/>
            <a:chOff x="10674196" y="14408085"/>
            <a:chExt cx="8758841" cy="483108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19DA555-CACE-BDF5-B683-B24A6B527584}"/>
                </a:ext>
              </a:extLst>
            </p:cNvPr>
            <p:cNvSpPr txBox="1"/>
            <p:nvPr/>
          </p:nvSpPr>
          <p:spPr>
            <a:xfrm>
              <a:off x="15211810" y="15706503"/>
              <a:ext cx="1317139" cy="396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979" b="1" dirty="0" err="1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NFCampus</a:t>
              </a:r>
              <a:endParaRPr lang="en-US" sz="1979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040" name="Group 1039">
              <a:extLst>
                <a:ext uri="{FF2B5EF4-FFF2-40B4-BE49-F238E27FC236}">
                  <a16:creationId xmlns:a16="http://schemas.microsoft.com/office/drawing/2014/main" id="{CE96390E-A546-36A0-F1E4-CDE5925F2AC8}"/>
                </a:ext>
              </a:extLst>
            </p:cNvPr>
            <p:cNvGrpSpPr/>
            <p:nvPr/>
          </p:nvGrpSpPr>
          <p:grpSpPr>
            <a:xfrm>
              <a:off x="11041267" y="14576568"/>
              <a:ext cx="1167856" cy="1245621"/>
              <a:chOff x="10514054" y="14401442"/>
              <a:chExt cx="1167856" cy="1245621"/>
            </a:xfrm>
          </p:grpSpPr>
          <p:pic>
            <p:nvPicPr>
              <p:cNvPr id="2" name="Picture 2">
                <a:extLst>
                  <a:ext uri="{FF2B5EF4-FFF2-40B4-BE49-F238E27FC236}">
                    <a16:creationId xmlns:a16="http://schemas.microsoft.com/office/drawing/2014/main" id="{6C2CB96D-6FF7-FC2A-E043-198BE0F4DB6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5">
                <a:extLst>
                  <a:ext uri="{BEBA8EAE-BF5A-486C-A8C5-ECC9F3942E4B}">
                    <a14:imgProps xmlns:a14="http://schemas.microsoft.com/office/drawing/2010/main">
                      <a14:imgLayer r:embed="rId56">
                        <a14:imgEffect>
                          <a14:backgroundRemoval t="7187" b="90000" l="10000" r="90000">
                            <a14:foregroundMark x1="41563" y1="17188" x2="52812" y2="15937"/>
                            <a14:foregroundMark x1="22188" y1="35625" x2="22188" y2="35625"/>
                            <a14:foregroundMark x1="31875" y1="80000" x2="31875" y2="80000"/>
                            <a14:foregroundMark x1="50000" y1="7187" x2="50000" y2="7187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41476" y="14401442"/>
                <a:ext cx="913013" cy="91301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C38582A-8C24-AA2D-1E02-534DA55447A5}"/>
                  </a:ext>
                </a:extLst>
              </p:cNvPr>
              <p:cNvSpPr txBox="1"/>
              <p:nvPr/>
            </p:nvSpPr>
            <p:spPr>
              <a:xfrm>
                <a:off x="10514054" y="15250159"/>
                <a:ext cx="1167856" cy="3969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979" b="1" dirty="0">
                    <a:solidFill>
                      <a:srgbClr val="15608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Student</a:t>
                </a:r>
                <a:endParaRPr lang="en-US" sz="1979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594F9ED4-A6B2-4D3B-9A0C-F197EAC86E03}"/>
                </a:ext>
              </a:extLst>
            </p:cNvPr>
            <p:cNvCxnSpPr>
              <a:cxnSpLocks/>
            </p:cNvCxnSpPr>
            <p:nvPr/>
          </p:nvCxnSpPr>
          <p:spPr>
            <a:xfrm>
              <a:off x="12318645" y="15199378"/>
              <a:ext cx="531496" cy="0"/>
            </a:xfrm>
            <a:prstGeom prst="straightConnector1">
              <a:avLst/>
            </a:prstGeom>
            <a:ln w="889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07" name="Picture 106">
              <a:extLst>
                <a:ext uri="{FF2B5EF4-FFF2-40B4-BE49-F238E27FC236}">
                  <a16:creationId xmlns:a16="http://schemas.microsoft.com/office/drawing/2014/main" id="{051A7AE4-A588-6FF5-7C22-BF4A8F4DC0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317076" y="14440885"/>
              <a:ext cx="1106606" cy="1165073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A5DAAE70-AB28-62B8-FC42-DE8D144D10C6}"/>
                </a:ext>
              </a:extLst>
            </p:cNvPr>
            <p:cNvSpPr txBox="1"/>
            <p:nvPr/>
          </p:nvSpPr>
          <p:spPr>
            <a:xfrm>
              <a:off x="12908546" y="14884669"/>
              <a:ext cx="1013845" cy="7014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979" b="1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Student Card</a:t>
              </a:r>
              <a:endParaRPr lang="en-US" sz="1979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982CAF1F-8537-7F6A-D2FF-70D8E9D008D3}"/>
                </a:ext>
              </a:extLst>
            </p:cNvPr>
            <p:cNvSpPr txBox="1"/>
            <p:nvPr/>
          </p:nvSpPr>
          <p:spPr>
            <a:xfrm>
              <a:off x="13960100" y="14408085"/>
              <a:ext cx="115102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700" b="1" dirty="0">
                  <a:latin typeface="Calibri" panose="020F0502020204030204" pitchFamily="34" charset="0"/>
                  <a:cs typeface="Calibri" panose="020F0502020204030204" pitchFamily="34" charset="0"/>
                </a:rPr>
                <a:t>Receive &amp; Store UID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DBE0F9D8-E947-2AFD-4EC9-413CA6AD4FC3}"/>
                </a:ext>
              </a:extLst>
            </p:cNvPr>
            <p:cNvSpPr txBox="1"/>
            <p:nvPr/>
          </p:nvSpPr>
          <p:spPr>
            <a:xfrm>
              <a:off x="17526735" y="16782144"/>
              <a:ext cx="1906302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700" b="1" dirty="0">
                  <a:solidFill>
                    <a:sysClr val="windowText" lastClr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Send UID as Application Data via APDU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4A33AE8-842A-5904-BEA7-BEDE70B71B26}"/>
                </a:ext>
              </a:extLst>
            </p:cNvPr>
            <p:cNvSpPr txBox="1"/>
            <p:nvPr/>
          </p:nvSpPr>
          <p:spPr>
            <a:xfrm>
              <a:off x="17762011" y="14867113"/>
              <a:ext cx="1435751" cy="7014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979" b="1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Phone acts as HCE</a:t>
              </a:r>
              <a:endParaRPr lang="en-US" sz="1979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D2410FF1-D859-F051-E6BE-AB3CFE5F526E}"/>
                </a:ext>
              </a:extLst>
            </p:cNvPr>
            <p:cNvSpPr txBox="1"/>
            <p:nvPr/>
          </p:nvSpPr>
          <p:spPr>
            <a:xfrm>
              <a:off x="12910457" y="18362002"/>
              <a:ext cx="2950505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700" b="1" dirty="0">
                  <a:latin typeface="Calibri" panose="020F0502020204030204" pitchFamily="34" charset="0"/>
                  <a:cs typeface="Calibri" panose="020F0502020204030204" pitchFamily="34" charset="0"/>
                </a:rPr>
                <a:t>Validates Application Data (UID) Against Its Stored Whitelist</a:t>
              </a:r>
              <a:endParaRPr lang="en-US" sz="17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31" name="TextBox 1030">
              <a:extLst>
                <a:ext uri="{FF2B5EF4-FFF2-40B4-BE49-F238E27FC236}">
                  <a16:creationId xmlns:a16="http://schemas.microsoft.com/office/drawing/2014/main" id="{AA1B1404-89C0-CA52-6A4A-6A7DFD8C0342}"/>
                </a:ext>
              </a:extLst>
            </p:cNvPr>
            <p:cNvSpPr txBox="1"/>
            <p:nvPr/>
          </p:nvSpPr>
          <p:spPr>
            <a:xfrm>
              <a:off x="17580378" y="18834128"/>
              <a:ext cx="1799016" cy="396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979" b="1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Access Granted</a:t>
              </a:r>
              <a:endParaRPr lang="en-US" sz="1979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046" name="Straight Arrow Connector 1045">
              <a:extLst>
                <a:ext uri="{FF2B5EF4-FFF2-40B4-BE49-F238E27FC236}">
                  <a16:creationId xmlns:a16="http://schemas.microsoft.com/office/drawing/2014/main" id="{C9A47025-EF20-6614-AE9E-95731673D5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987350" y="15199378"/>
              <a:ext cx="1096521" cy="1930"/>
            </a:xfrm>
            <a:prstGeom prst="straightConnector1">
              <a:avLst/>
            </a:prstGeom>
            <a:ln w="889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Arrow Connector 1049">
              <a:extLst>
                <a:ext uri="{FF2B5EF4-FFF2-40B4-BE49-F238E27FC236}">
                  <a16:creationId xmlns:a16="http://schemas.microsoft.com/office/drawing/2014/main" id="{62203675-A35F-147D-B3AB-B779137870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656339" y="15187490"/>
              <a:ext cx="1062701" cy="11888"/>
            </a:xfrm>
            <a:prstGeom prst="straightConnector1">
              <a:avLst/>
            </a:prstGeom>
            <a:ln w="889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Straight Arrow Connector 1050">
              <a:extLst>
                <a:ext uri="{FF2B5EF4-FFF2-40B4-BE49-F238E27FC236}">
                  <a16:creationId xmlns:a16="http://schemas.microsoft.com/office/drawing/2014/main" id="{9F1A4167-F612-E239-FBCA-79D54215B975}"/>
                </a:ext>
              </a:extLst>
            </p:cNvPr>
            <p:cNvCxnSpPr>
              <a:cxnSpLocks/>
            </p:cNvCxnSpPr>
            <p:nvPr/>
          </p:nvCxnSpPr>
          <p:spPr>
            <a:xfrm>
              <a:off x="18479886" y="15585440"/>
              <a:ext cx="0" cy="1120006"/>
            </a:xfrm>
            <a:prstGeom prst="straightConnector1">
              <a:avLst/>
            </a:prstGeom>
            <a:ln w="88900"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2" name="Group 1111">
              <a:extLst>
                <a:ext uri="{FF2B5EF4-FFF2-40B4-BE49-F238E27FC236}">
                  <a16:creationId xmlns:a16="http://schemas.microsoft.com/office/drawing/2014/main" id="{3ECECAC4-CB32-A18B-E356-307124546F62}"/>
                </a:ext>
              </a:extLst>
            </p:cNvPr>
            <p:cNvGrpSpPr/>
            <p:nvPr/>
          </p:nvGrpSpPr>
          <p:grpSpPr>
            <a:xfrm>
              <a:off x="14470308" y="16369581"/>
              <a:ext cx="1269286" cy="1605334"/>
              <a:chOff x="14682442" y="16214049"/>
              <a:chExt cx="1269286" cy="1605334"/>
            </a:xfrm>
          </p:grpSpPr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D14DEA81-7DCB-2570-F92B-908276CC6746}"/>
                  </a:ext>
                </a:extLst>
              </p:cNvPr>
              <p:cNvSpPr txBox="1"/>
              <p:nvPr/>
            </p:nvSpPr>
            <p:spPr>
              <a:xfrm>
                <a:off x="14799573" y="17422479"/>
                <a:ext cx="1035024" cy="3969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979" b="1" dirty="0">
                    <a:solidFill>
                      <a:srgbClr val="15608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PN532</a:t>
                </a:r>
              </a:p>
            </p:txBody>
          </p:sp>
          <p:pic>
            <p:nvPicPr>
              <p:cNvPr id="1098" name="Picture 6" descr="Using the PN532 RFID reader with Arduino • AranaCorp">
                <a:extLst>
                  <a:ext uri="{FF2B5EF4-FFF2-40B4-BE49-F238E27FC236}">
                    <a16:creationId xmlns:a16="http://schemas.microsoft.com/office/drawing/2014/main" id="{C80B3AE0-30EE-B6BC-5943-F27350B1C38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682442" y="16214049"/>
                <a:ext cx="1269286" cy="12112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14" name="Group 1113">
              <a:extLst>
                <a:ext uri="{FF2B5EF4-FFF2-40B4-BE49-F238E27FC236}">
                  <a16:creationId xmlns:a16="http://schemas.microsoft.com/office/drawing/2014/main" id="{555F718E-2345-4359-F9BB-9B788A446084}"/>
                </a:ext>
              </a:extLst>
            </p:cNvPr>
            <p:cNvGrpSpPr/>
            <p:nvPr/>
          </p:nvGrpSpPr>
          <p:grpSpPr>
            <a:xfrm>
              <a:off x="12653224" y="16399650"/>
              <a:ext cx="1674552" cy="820076"/>
              <a:chOff x="12931803" y="16224524"/>
              <a:chExt cx="1674552" cy="820076"/>
            </a:xfrm>
          </p:grpSpPr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E7FBAE79-55BE-532A-A88C-1BC99A43BAB9}"/>
                  </a:ext>
                </a:extLst>
              </p:cNvPr>
              <p:cNvSpPr txBox="1"/>
              <p:nvPr/>
            </p:nvSpPr>
            <p:spPr>
              <a:xfrm>
                <a:off x="12931803" y="16224524"/>
                <a:ext cx="1674552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7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Send Application Data</a:t>
                </a:r>
              </a:p>
            </p:txBody>
          </p:sp>
          <p:cxnSp>
            <p:nvCxnSpPr>
              <p:cNvPr id="1100" name="Straight Arrow Connector 1099">
                <a:extLst>
                  <a:ext uri="{FF2B5EF4-FFF2-40B4-BE49-F238E27FC236}">
                    <a16:creationId xmlns:a16="http://schemas.microsoft.com/office/drawing/2014/main" id="{A6B1CB97-66F5-8CEA-D385-B8A62F1A026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2937011" y="17037076"/>
                <a:ext cx="1664137" cy="7524"/>
              </a:xfrm>
              <a:prstGeom prst="straightConnector1">
                <a:avLst/>
              </a:prstGeom>
              <a:ln w="889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08" name="Group 1107">
              <a:extLst>
                <a:ext uri="{FF2B5EF4-FFF2-40B4-BE49-F238E27FC236}">
                  <a16:creationId xmlns:a16="http://schemas.microsoft.com/office/drawing/2014/main" id="{BDF0A105-51D7-D3B7-D34F-F52973315846}"/>
                </a:ext>
              </a:extLst>
            </p:cNvPr>
            <p:cNvGrpSpPr/>
            <p:nvPr/>
          </p:nvGrpSpPr>
          <p:grpSpPr>
            <a:xfrm>
              <a:off x="10674196" y="16384959"/>
              <a:ext cx="1901998" cy="1609550"/>
              <a:chOff x="10884167" y="16209833"/>
              <a:chExt cx="1901998" cy="1609550"/>
            </a:xfrm>
          </p:grpSpPr>
          <p:pic>
            <p:nvPicPr>
              <p:cNvPr id="1105" name="Picture 10" descr="Amazon.com: DIYmall ESP32 DEVKIT ESP32-S3 Development Board 36Pins ESP32  ESP-32S 2.4GHz WiFi+BT BLE Dual-core Dev Module CP2102 for Arduino DOIT  ESP32-WROOM-32 : Industrial &amp; Scientific">
                <a:extLst>
                  <a:ext uri="{FF2B5EF4-FFF2-40B4-BE49-F238E27FC236}">
                    <a16:creationId xmlns:a16="http://schemas.microsoft.com/office/drawing/2014/main" id="{BF6D003B-5A06-E66E-0F47-C17C67770A1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8660" b="16798"/>
              <a:stretch>
                <a:fillRect/>
              </a:stretch>
            </p:blipFill>
            <p:spPr bwMode="auto">
              <a:xfrm>
                <a:off x="10884167" y="16209833"/>
                <a:ext cx="1901998" cy="122758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06" name="TextBox 1105">
                <a:extLst>
                  <a:ext uri="{FF2B5EF4-FFF2-40B4-BE49-F238E27FC236}">
                    <a16:creationId xmlns:a16="http://schemas.microsoft.com/office/drawing/2014/main" id="{DA62DF5E-719F-DB2C-AEA8-B9BE9411D9D5}"/>
                  </a:ext>
                </a:extLst>
              </p:cNvPr>
              <p:cNvSpPr txBox="1"/>
              <p:nvPr/>
            </p:nvSpPr>
            <p:spPr>
              <a:xfrm>
                <a:off x="11317654" y="17422479"/>
                <a:ext cx="1035024" cy="3969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979" b="1" dirty="0">
                    <a:solidFill>
                      <a:srgbClr val="15608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ESP32</a:t>
                </a:r>
              </a:p>
            </p:txBody>
          </p:sp>
        </p:grpSp>
        <p:grpSp>
          <p:nvGrpSpPr>
            <p:cNvPr id="1111" name="Group 1110">
              <a:extLst>
                <a:ext uri="{FF2B5EF4-FFF2-40B4-BE49-F238E27FC236}">
                  <a16:creationId xmlns:a16="http://schemas.microsoft.com/office/drawing/2014/main" id="{8371D6CD-B22B-FFF0-1814-085140291A97}"/>
                </a:ext>
              </a:extLst>
            </p:cNvPr>
            <p:cNvGrpSpPr/>
            <p:nvPr/>
          </p:nvGrpSpPr>
          <p:grpSpPr>
            <a:xfrm>
              <a:off x="15878737" y="16383476"/>
              <a:ext cx="1674552" cy="820076"/>
              <a:chOff x="16151804" y="17353385"/>
              <a:chExt cx="1674552" cy="820076"/>
            </a:xfrm>
          </p:grpSpPr>
          <p:sp>
            <p:nvSpPr>
              <p:cNvPr id="1109" name="TextBox 1108">
                <a:extLst>
                  <a:ext uri="{FF2B5EF4-FFF2-40B4-BE49-F238E27FC236}">
                    <a16:creationId xmlns:a16="http://schemas.microsoft.com/office/drawing/2014/main" id="{430D6D79-EC4A-57E5-C0AF-5192559ED6F9}"/>
                  </a:ext>
                </a:extLst>
              </p:cNvPr>
              <p:cNvSpPr txBox="1"/>
              <p:nvPr/>
            </p:nvSpPr>
            <p:spPr>
              <a:xfrm>
                <a:off x="16151804" y="17353385"/>
                <a:ext cx="1674552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7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Receive Application Data</a:t>
                </a:r>
              </a:p>
            </p:txBody>
          </p:sp>
          <p:cxnSp>
            <p:nvCxnSpPr>
              <p:cNvPr id="1110" name="Straight Arrow Connector 1109">
                <a:extLst>
                  <a:ext uri="{FF2B5EF4-FFF2-40B4-BE49-F238E27FC236}">
                    <a16:creationId xmlns:a16="http://schemas.microsoft.com/office/drawing/2014/main" id="{437D0E19-4036-F6FE-0E65-56175DA2EE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6157012" y="18165937"/>
                <a:ext cx="1664137" cy="7524"/>
              </a:xfrm>
              <a:prstGeom prst="straightConnector1">
                <a:avLst/>
              </a:prstGeom>
              <a:ln w="889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124" name="Picture 12">
              <a:extLst>
                <a:ext uri="{FF2B5EF4-FFF2-40B4-BE49-F238E27FC236}">
                  <a16:creationId xmlns:a16="http://schemas.microsoft.com/office/drawing/2014/main" id="{90D16C64-B01A-FF1F-819C-B89A67CBEE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9">
              <a:extLst>
                <a:ext uri="{BEBA8EAE-BF5A-486C-A8C5-ECC9F3942E4B}">
                  <a14:imgProps xmlns:a14="http://schemas.microsoft.com/office/drawing/2010/main">
                    <a14:imgLayer r:embed="rId60">
                      <a14:imgEffect>
                        <a14:backgroundRemoval t="8750" b="91875" l="6875" r="90938">
                          <a14:foregroundMark x1="49688" y1="8750" x2="49688" y2="11875"/>
                          <a14:foregroundMark x1="7187" y1="50625" x2="16875" y2="51563"/>
                          <a14:foregroundMark x1="90938" y1="50625" x2="85938" y2="53125"/>
                          <a14:foregroundMark x1="49375" y1="91875" x2="49063" y2="90625"/>
                        </a14:backgroundRemoval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52709" y="17814065"/>
              <a:ext cx="1054355" cy="10543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129" name="Straight Arrow Connector 1128">
              <a:extLst>
                <a:ext uri="{FF2B5EF4-FFF2-40B4-BE49-F238E27FC236}">
                  <a16:creationId xmlns:a16="http://schemas.microsoft.com/office/drawing/2014/main" id="{1D9514FD-7C82-5C29-C02A-F74A60B07A21}"/>
                </a:ext>
              </a:extLst>
            </p:cNvPr>
            <p:cNvCxnSpPr>
              <a:cxnSpLocks/>
            </p:cNvCxnSpPr>
            <p:nvPr/>
          </p:nvCxnSpPr>
          <p:spPr>
            <a:xfrm>
              <a:off x="11621886" y="18044339"/>
              <a:ext cx="0" cy="743006"/>
            </a:xfrm>
            <a:prstGeom prst="straightConnector1">
              <a:avLst/>
            </a:prstGeom>
            <a:ln w="88900"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2" name="Straight Arrow Connector 1131">
              <a:extLst>
                <a:ext uri="{FF2B5EF4-FFF2-40B4-BE49-F238E27FC236}">
                  <a16:creationId xmlns:a16="http://schemas.microsoft.com/office/drawing/2014/main" id="{7861127B-770A-EF09-A1D5-1C889BD4104A}"/>
                </a:ext>
              </a:extLst>
            </p:cNvPr>
            <p:cNvCxnSpPr>
              <a:cxnSpLocks/>
            </p:cNvCxnSpPr>
            <p:nvPr/>
          </p:nvCxnSpPr>
          <p:spPr>
            <a:xfrm>
              <a:off x="11578522" y="18758720"/>
              <a:ext cx="1466552" cy="0"/>
            </a:xfrm>
            <a:prstGeom prst="straightConnector1">
              <a:avLst/>
            </a:prstGeom>
            <a:ln w="88900"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3" name="Straight Arrow Connector 1132">
              <a:extLst>
                <a:ext uri="{FF2B5EF4-FFF2-40B4-BE49-F238E27FC236}">
                  <a16:creationId xmlns:a16="http://schemas.microsoft.com/office/drawing/2014/main" id="{00829988-5BA6-4E0E-FF29-F1358FB2693F}"/>
                </a:ext>
              </a:extLst>
            </p:cNvPr>
            <p:cNvCxnSpPr>
              <a:cxnSpLocks/>
            </p:cNvCxnSpPr>
            <p:nvPr/>
          </p:nvCxnSpPr>
          <p:spPr>
            <a:xfrm>
              <a:off x="15732301" y="18757754"/>
              <a:ext cx="1848076" cy="0"/>
            </a:xfrm>
            <a:prstGeom prst="straightConnector1">
              <a:avLst/>
            </a:prstGeom>
            <a:ln w="889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A0AA665-8CD9-9A6F-BB02-AE2BA91CADDD}"/>
              </a:ext>
            </a:extLst>
          </p:cNvPr>
          <p:cNvSpPr/>
          <p:nvPr/>
        </p:nvSpPr>
        <p:spPr>
          <a:xfrm>
            <a:off x="20228843" y="8814458"/>
            <a:ext cx="9867717" cy="7910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114" name="Rectangle: Single Corner Snipped 113">
            <a:extLst>
              <a:ext uri="{FF2B5EF4-FFF2-40B4-BE49-F238E27FC236}">
                <a16:creationId xmlns:a16="http://schemas.microsoft.com/office/drawing/2014/main" id="{504462B4-6504-75E2-346F-A214CE2C9495}"/>
              </a:ext>
            </a:extLst>
          </p:cNvPr>
          <p:cNvSpPr/>
          <p:nvPr/>
        </p:nvSpPr>
        <p:spPr>
          <a:xfrm>
            <a:off x="20228843" y="8220120"/>
            <a:ext cx="9867717" cy="594339"/>
          </a:xfrm>
          <a:prstGeom prst="snip1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62" b="1" dirty="0"/>
              <a:t>SYSTEM’S GUI EXAMPLE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EF93425-81E5-5BCB-65BC-D6C98A0B737B}"/>
              </a:ext>
            </a:extLst>
          </p:cNvPr>
          <p:cNvPicPr>
            <a:picLocks noChangeAspect="1"/>
          </p:cNvPicPr>
          <p:nvPr/>
        </p:nvPicPr>
        <p:blipFill>
          <a:blip r:embed="rId61"/>
          <a:srcRect t="5200" b="5543"/>
          <a:stretch>
            <a:fillRect/>
          </a:stretch>
        </p:blipFill>
        <p:spPr>
          <a:xfrm>
            <a:off x="20392109" y="9360591"/>
            <a:ext cx="3173462" cy="6325960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5E95D83-1D22-0FE2-3EFB-89B15FCDCB32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t="5200" b="5543"/>
          <a:stretch>
            <a:fillRect/>
          </a:stretch>
        </p:blipFill>
        <p:spPr>
          <a:xfrm>
            <a:off x="23575955" y="9369185"/>
            <a:ext cx="3173462" cy="6325959"/>
          </a:xfrm>
          <a:prstGeom prst="rect">
            <a:avLst/>
          </a:prstGeom>
          <a:ln>
            <a:noFill/>
          </a:ln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32403D56-D97E-363D-73FA-B8696632FD18}"/>
              </a:ext>
            </a:extLst>
          </p:cNvPr>
          <p:cNvPicPr>
            <a:picLocks noChangeAspect="1"/>
          </p:cNvPicPr>
          <p:nvPr/>
        </p:nvPicPr>
        <p:blipFill>
          <a:blip r:embed="rId63"/>
          <a:srcRect t="5201" b="5543"/>
          <a:stretch>
            <a:fillRect/>
          </a:stretch>
        </p:blipFill>
        <p:spPr>
          <a:xfrm>
            <a:off x="26759833" y="9361613"/>
            <a:ext cx="3173461" cy="6325959"/>
          </a:xfrm>
          <a:prstGeom prst="rect">
            <a:avLst/>
          </a:prstGeom>
          <a:ln>
            <a:noFill/>
          </a:ln>
        </p:spPr>
      </p:pic>
      <p:sp>
        <p:nvSpPr>
          <p:cNvPr id="1035" name="TextBox 1034">
            <a:extLst>
              <a:ext uri="{FF2B5EF4-FFF2-40B4-BE49-F238E27FC236}">
                <a16:creationId xmlns:a16="http://schemas.microsoft.com/office/drawing/2014/main" id="{6AD51914-D545-6E8B-26C6-4DB985840089}"/>
              </a:ext>
            </a:extLst>
          </p:cNvPr>
          <p:cNvSpPr txBox="1"/>
          <p:nvPr/>
        </p:nvSpPr>
        <p:spPr>
          <a:xfrm>
            <a:off x="21013264" y="15944430"/>
            <a:ext cx="1931152" cy="396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79" b="1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Login Screen</a:t>
            </a:r>
            <a:endParaRPr lang="en-US" sz="1979" dirty="0">
              <a:solidFill>
                <a:srgbClr val="15608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DD8F984B-1491-94E6-9246-A635C2B71454}"/>
              </a:ext>
            </a:extLst>
          </p:cNvPr>
          <p:cNvSpPr txBox="1"/>
          <p:nvPr/>
        </p:nvSpPr>
        <p:spPr>
          <a:xfrm>
            <a:off x="24197110" y="15944430"/>
            <a:ext cx="1931152" cy="396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79" b="1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Home Screen</a:t>
            </a:r>
            <a:endParaRPr lang="en-US" sz="1979" dirty="0">
              <a:solidFill>
                <a:srgbClr val="15608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5D81DF52-77C0-1064-113B-74C28F5B4CEC}"/>
              </a:ext>
            </a:extLst>
          </p:cNvPr>
          <p:cNvSpPr txBox="1"/>
          <p:nvPr/>
        </p:nvSpPr>
        <p:spPr>
          <a:xfrm>
            <a:off x="27380987" y="15944430"/>
            <a:ext cx="1931152" cy="396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79" b="1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Profile Screen</a:t>
            </a:r>
            <a:endParaRPr lang="en-US" sz="1979" dirty="0">
              <a:solidFill>
                <a:srgbClr val="15608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548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1935</TotalTime>
  <Words>595</Words>
  <Application>Microsoft Office PowerPoint</Application>
  <PresentationFormat>Custom</PresentationFormat>
  <Paragraphs>118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ADLaM Display</vt:lpstr>
      <vt:lpstr>Aptos</vt:lpstr>
      <vt:lpstr>Aptos Black</vt:lpstr>
      <vt:lpstr>Aptos Display</vt:lpstr>
      <vt:lpstr>Arial</vt:lpstr>
      <vt:lpstr>Calibri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Kashif Mehboob</dc:creator>
  <cp:lastModifiedBy>EU JIN YANG</cp:lastModifiedBy>
  <cp:revision>26</cp:revision>
  <dcterms:created xsi:type="dcterms:W3CDTF">2026-01-20T22:26:59Z</dcterms:created>
  <dcterms:modified xsi:type="dcterms:W3CDTF">2026-03-17T10:11:31Z</dcterms:modified>
</cp:coreProperties>
</file>