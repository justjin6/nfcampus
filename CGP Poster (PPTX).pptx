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0267275" cy="21396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54" userDrawn="1">
          <p15:clr>
            <a:srgbClr val="A4A3A4"/>
          </p15:clr>
        </p15:guide>
        <p15:guide id="2" pos="9534" userDrawn="1">
          <p15:clr>
            <a:srgbClr val="A4A3A4"/>
          </p15:clr>
        </p15:guide>
        <p15:guide id="3" pos="6495" userDrawn="1">
          <p15:clr>
            <a:srgbClr val="A4A3A4"/>
          </p15:clr>
        </p15:guide>
        <p15:guide id="4" pos="163" userDrawn="1">
          <p15:clr>
            <a:srgbClr val="A4A3A4"/>
          </p15:clr>
        </p15:guide>
        <p15:guide id="5" pos="12809" userDrawn="1">
          <p15:clr>
            <a:srgbClr val="A4A3A4"/>
          </p15:clr>
        </p15:guide>
        <p15:guide id="6" pos="18903" userDrawn="1">
          <p15:clr>
            <a:srgbClr val="A4A3A4"/>
          </p15:clr>
        </p15:guide>
        <p15:guide id="7" pos="125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95D9"/>
    <a:srgbClr val="156082"/>
    <a:srgbClr val="FFFFFF"/>
    <a:srgbClr val="DCEAF7"/>
    <a:srgbClr val="F26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08ED7-D571-4AAB-A409-46B8C7F6AD06}" v="105" dt="2026-03-01T07:29:37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870" autoAdjust="0"/>
  </p:normalViewPr>
  <p:slideViewPr>
    <p:cSldViewPr snapToGrid="0" showGuides="1">
      <p:cViewPr varScale="1">
        <p:scale>
          <a:sx n="27" d="100"/>
          <a:sy n="27" d="100"/>
        </p:scale>
        <p:origin x="614" y="58"/>
      </p:cViewPr>
      <p:guideLst>
        <p:guide orient="horz" pos="6654"/>
        <p:guide pos="9534"/>
        <p:guide pos="6495"/>
        <p:guide pos="163"/>
        <p:guide pos="12809"/>
        <p:guide pos="18903"/>
        <p:guide pos="12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 JIN YANG" userId="6ecede72-313f-4058-8590-064a3244267c" providerId="ADAL" clId="{5732C8DA-0A9E-4302-A174-86AC9E026DD3}"/>
    <pc:docChg chg="undo redo custSel modSld">
      <pc:chgData name="EU JIN YANG" userId="6ecede72-313f-4058-8590-064a3244267c" providerId="ADAL" clId="{5732C8DA-0A9E-4302-A174-86AC9E026DD3}" dt="2026-03-01T07:30:06.655" v="1656" actId="20577"/>
      <pc:docMkLst>
        <pc:docMk/>
      </pc:docMkLst>
      <pc:sldChg chg="addSp delSp modSp mod">
        <pc:chgData name="EU JIN YANG" userId="6ecede72-313f-4058-8590-064a3244267c" providerId="ADAL" clId="{5732C8DA-0A9E-4302-A174-86AC9E026DD3}" dt="2026-03-01T07:30:06.655" v="1656" actId="20577"/>
        <pc:sldMkLst>
          <pc:docMk/>
          <pc:sldMk cId="944679915" sldId="256"/>
        </pc:sldMkLst>
        <pc:spChg chg="mod">
          <ac:chgData name="EU JIN YANG" userId="6ecede72-313f-4058-8590-064a3244267c" providerId="ADAL" clId="{5732C8DA-0A9E-4302-A174-86AC9E026DD3}" dt="2026-02-22T14:14:16.517" v="574" actId="20577"/>
          <ac:spMkLst>
            <pc:docMk/>
            <pc:sldMk cId="944679915" sldId="256"/>
            <ac:spMk id="2" creationId="{435B0A1A-4FEF-46C4-5A0D-3739A68900C6}"/>
          </ac:spMkLst>
        </pc:spChg>
        <pc:spChg chg="mod">
          <ac:chgData name="EU JIN YANG" userId="6ecede72-313f-4058-8590-064a3244267c" providerId="ADAL" clId="{5732C8DA-0A9E-4302-A174-86AC9E026DD3}" dt="2026-02-23T05:27:00.081" v="1401" actId="20577"/>
          <ac:spMkLst>
            <pc:docMk/>
            <pc:sldMk cId="944679915" sldId="256"/>
            <ac:spMk id="3" creationId="{B7D1C40C-4CA6-E089-1475-69BCCBDFAB04}"/>
          </ac:spMkLst>
        </pc:spChg>
        <pc:spChg chg="mod">
          <ac:chgData name="EU JIN YANG" userId="6ecede72-313f-4058-8590-064a3244267c" providerId="ADAL" clId="{5732C8DA-0A9E-4302-A174-86AC9E026DD3}" dt="2026-02-23T05:29:24.512" v="1409" actId="12789"/>
          <ac:spMkLst>
            <pc:docMk/>
            <pc:sldMk cId="944679915" sldId="256"/>
            <ac:spMk id="4" creationId="{E3CABC25-A01D-788F-692B-E7F285B4E92C}"/>
          </ac:spMkLst>
        </pc:spChg>
        <pc:spChg chg="mod">
          <ac:chgData name="EU JIN YANG" userId="6ecede72-313f-4058-8590-064a3244267c" providerId="ADAL" clId="{5732C8DA-0A9E-4302-A174-86AC9E026DD3}" dt="2026-02-23T05:29:51.104" v="1426" actId="1076"/>
          <ac:spMkLst>
            <pc:docMk/>
            <pc:sldMk cId="944679915" sldId="256"/>
            <ac:spMk id="7" creationId="{A1457984-219A-36C2-8C7F-9D8B427DCC7F}"/>
          </ac:spMkLst>
        </pc:spChg>
        <pc:spChg chg="mod">
          <ac:chgData name="EU JIN YANG" userId="6ecede72-313f-4058-8590-064a3244267c" providerId="ADAL" clId="{5732C8DA-0A9E-4302-A174-86AC9E026DD3}" dt="2026-02-22T14:16:08.183" v="604" actId="20577"/>
          <ac:spMkLst>
            <pc:docMk/>
            <pc:sldMk cId="944679915" sldId="256"/>
            <ac:spMk id="11" creationId="{7DAF319D-D451-969E-22C3-22269A50E89A}"/>
          </ac:spMkLst>
        </pc:spChg>
        <pc:spChg chg="mod">
          <ac:chgData name="EU JIN YANG" userId="6ecede72-313f-4058-8590-064a3244267c" providerId="ADAL" clId="{5732C8DA-0A9E-4302-A174-86AC9E026DD3}" dt="2026-02-22T14:13:51.679" v="560" actId="20577"/>
          <ac:spMkLst>
            <pc:docMk/>
            <pc:sldMk cId="944679915" sldId="256"/>
            <ac:spMk id="13" creationId="{EBC2974E-4328-187B-A215-4C0454934599}"/>
          </ac:spMkLst>
        </pc:spChg>
        <pc:spChg chg="mod">
          <ac:chgData name="EU JIN YANG" userId="6ecede72-313f-4058-8590-064a3244267c" providerId="ADAL" clId="{5732C8DA-0A9E-4302-A174-86AC9E026DD3}" dt="2026-03-01T06:48:32.925" v="1480" actId="20577"/>
          <ac:spMkLst>
            <pc:docMk/>
            <pc:sldMk cId="944679915" sldId="256"/>
            <ac:spMk id="15" creationId="{CCAF0090-CA72-65CC-D3C6-FF829D34EA47}"/>
          </ac:spMkLst>
        </pc:spChg>
        <pc:spChg chg="add mod topLvl">
          <ac:chgData name="EU JIN YANG" userId="6ecede72-313f-4058-8590-064a3244267c" providerId="ADAL" clId="{5732C8DA-0A9E-4302-A174-86AC9E026DD3}" dt="2026-02-23T05:36:42.541" v="1461" actId="164"/>
          <ac:spMkLst>
            <pc:docMk/>
            <pc:sldMk cId="944679915" sldId="256"/>
            <ac:spMk id="17" creationId="{4C9BA478-717F-D541-F9DE-22B727640F18}"/>
          </ac:spMkLst>
        </pc:spChg>
        <pc:spChg chg="add mod">
          <ac:chgData name="EU JIN YANG" userId="6ecede72-313f-4058-8590-064a3244267c" providerId="ADAL" clId="{5732C8DA-0A9E-4302-A174-86AC9E026DD3}" dt="2026-03-01T07:29:37.630" v="1650" actId="12788"/>
          <ac:spMkLst>
            <pc:docMk/>
            <pc:sldMk cId="944679915" sldId="256"/>
            <ac:spMk id="18" creationId="{FEF14E62-6FD4-91F7-EBB7-F39DBD71DD50}"/>
          </ac:spMkLst>
        </pc:spChg>
        <pc:spChg chg="mod">
          <ac:chgData name="EU JIN YANG" userId="6ecede72-313f-4058-8590-064a3244267c" providerId="ADAL" clId="{5732C8DA-0A9E-4302-A174-86AC9E026DD3}" dt="2026-02-23T05:32:15.666" v="1440" actId="2711"/>
          <ac:spMkLst>
            <pc:docMk/>
            <pc:sldMk cId="944679915" sldId="256"/>
            <ac:spMk id="28" creationId="{698CA4F1-7BFF-5D74-C02B-7D9879A0BF44}"/>
          </ac:spMkLst>
        </pc:spChg>
        <pc:spChg chg="add mod">
          <ac:chgData name="EU JIN YANG" userId="6ecede72-313f-4058-8590-064a3244267c" providerId="ADAL" clId="{5732C8DA-0A9E-4302-A174-86AC9E026DD3}" dt="2026-02-23T05:06:08.628" v="1313" actId="12789"/>
          <ac:spMkLst>
            <pc:docMk/>
            <pc:sldMk cId="944679915" sldId="256"/>
            <ac:spMk id="29" creationId="{4DDC155B-FCF0-1C34-46B3-4AB3B7AF1007}"/>
          </ac:spMkLst>
        </pc:spChg>
        <pc:spChg chg="mod">
          <ac:chgData name="EU JIN YANG" userId="6ecede72-313f-4058-8590-064a3244267c" providerId="ADAL" clId="{5732C8DA-0A9E-4302-A174-86AC9E026DD3}" dt="2026-03-01T07:30:06.655" v="1656" actId="20577"/>
          <ac:spMkLst>
            <pc:docMk/>
            <pc:sldMk cId="944679915" sldId="256"/>
            <ac:spMk id="31" creationId="{76280169-489A-960B-E0D3-41C93FEE3404}"/>
          </ac:spMkLst>
        </pc:spChg>
        <pc:spChg chg="mod">
          <ac:chgData name="EU JIN YANG" userId="6ecede72-313f-4058-8590-064a3244267c" providerId="ADAL" clId="{5732C8DA-0A9E-4302-A174-86AC9E026DD3}" dt="2026-02-22T13:36:18.649" v="130" actId="1076"/>
          <ac:spMkLst>
            <pc:docMk/>
            <pc:sldMk cId="944679915" sldId="256"/>
            <ac:spMk id="34" creationId="{EE91E159-A7EB-D7EA-98FC-30BAB49D41BF}"/>
          </ac:spMkLst>
        </pc:spChg>
        <pc:spChg chg="mod">
          <ac:chgData name="EU JIN YANG" userId="6ecede72-313f-4058-8590-064a3244267c" providerId="ADAL" clId="{5732C8DA-0A9E-4302-A174-86AC9E026DD3}" dt="2026-02-23T05:14:16.786" v="1328" actId="12788"/>
          <ac:spMkLst>
            <pc:docMk/>
            <pc:sldMk cId="944679915" sldId="256"/>
            <ac:spMk id="36" creationId="{2569C791-B1CC-30B4-893E-C82925F880C9}"/>
          </ac:spMkLst>
        </pc:spChg>
        <pc:spChg chg="mod">
          <ac:chgData name="EU JIN YANG" userId="6ecede72-313f-4058-8590-064a3244267c" providerId="ADAL" clId="{5732C8DA-0A9E-4302-A174-86AC9E026DD3}" dt="2026-02-22T14:13:25.165" v="538" actId="20577"/>
          <ac:spMkLst>
            <pc:docMk/>
            <pc:sldMk cId="944679915" sldId="256"/>
            <ac:spMk id="37" creationId="{42BD28BF-16EA-682E-3DFE-AABAD3613DCB}"/>
          </ac:spMkLst>
        </pc:spChg>
        <pc:spChg chg="mod">
          <ac:chgData name="EU JIN YANG" userId="6ecede72-313f-4058-8590-064a3244267c" providerId="ADAL" clId="{5732C8DA-0A9E-4302-A174-86AC9E026DD3}" dt="2026-02-22T13:40:25.942" v="181" actId="12789"/>
          <ac:spMkLst>
            <pc:docMk/>
            <pc:sldMk cId="944679915" sldId="256"/>
            <ac:spMk id="43" creationId="{7EE3C14D-547E-1831-2DC3-5E8AE4591540}"/>
          </ac:spMkLst>
        </pc:spChg>
        <pc:spChg chg="mod">
          <ac:chgData name="EU JIN YANG" userId="6ecede72-313f-4058-8590-064a3244267c" providerId="ADAL" clId="{5732C8DA-0A9E-4302-A174-86AC9E026DD3}" dt="2026-02-22T13:40:36.390" v="191" actId="1037"/>
          <ac:spMkLst>
            <pc:docMk/>
            <pc:sldMk cId="944679915" sldId="256"/>
            <ac:spMk id="44" creationId="{A3AAD3A4-724C-DBDF-4566-878567001272}"/>
          </ac:spMkLst>
        </pc:spChg>
        <pc:spChg chg="mod">
          <ac:chgData name="EU JIN YANG" userId="6ecede72-313f-4058-8590-064a3244267c" providerId="ADAL" clId="{5732C8DA-0A9E-4302-A174-86AC9E026DD3}" dt="2026-02-22T13:41:05.520" v="201" actId="12789"/>
          <ac:spMkLst>
            <pc:docMk/>
            <pc:sldMk cId="944679915" sldId="256"/>
            <ac:spMk id="47" creationId="{3400EEEB-06B8-5ED7-076A-B3A55FEAB6FC}"/>
          </ac:spMkLst>
        </pc:spChg>
        <pc:spChg chg="mod">
          <ac:chgData name="EU JIN YANG" userId="6ecede72-313f-4058-8590-064a3244267c" providerId="ADAL" clId="{5732C8DA-0A9E-4302-A174-86AC9E026DD3}" dt="2026-02-22T13:41:23.030" v="204" actId="1076"/>
          <ac:spMkLst>
            <pc:docMk/>
            <pc:sldMk cId="944679915" sldId="256"/>
            <ac:spMk id="48" creationId="{F687DE56-2ED1-CA9E-0DA4-8D4B7686230D}"/>
          </ac:spMkLst>
        </pc:spChg>
        <pc:spChg chg="mod">
          <ac:chgData name="EU JIN YANG" userId="6ecede72-313f-4058-8590-064a3244267c" providerId="ADAL" clId="{5732C8DA-0A9E-4302-A174-86AC9E026DD3}" dt="2026-02-22T13:39:45.544" v="172" actId="165"/>
          <ac:spMkLst>
            <pc:docMk/>
            <pc:sldMk cId="944679915" sldId="256"/>
            <ac:spMk id="49" creationId="{DB4E0928-C1F5-ABCD-5B05-9F6F78B6C373}"/>
          </ac:spMkLst>
        </pc:spChg>
        <pc:spChg chg="mod">
          <ac:chgData name="EU JIN YANG" userId="6ecede72-313f-4058-8590-064a3244267c" providerId="ADAL" clId="{5732C8DA-0A9E-4302-A174-86AC9E026DD3}" dt="2026-02-22T13:41:46.180" v="207" actId="12789"/>
          <ac:spMkLst>
            <pc:docMk/>
            <pc:sldMk cId="944679915" sldId="256"/>
            <ac:spMk id="51" creationId="{61AB4872-1939-95AF-E89C-D0C25B58D978}"/>
          </ac:spMkLst>
        </pc:spChg>
        <pc:spChg chg="mod">
          <ac:chgData name="EU JIN YANG" userId="6ecede72-313f-4058-8590-064a3244267c" providerId="ADAL" clId="{5732C8DA-0A9E-4302-A174-86AC9E026DD3}" dt="2026-02-22T13:41:46.180" v="207" actId="12789"/>
          <ac:spMkLst>
            <pc:docMk/>
            <pc:sldMk cId="944679915" sldId="256"/>
            <ac:spMk id="52" creationId="{160658EE-1BFE-226B-5590-13AAE1099730}"/>
          </ac:spMkLst>
        </pc:spChg>
        <pc:spChg chg="mod">
          <ac:chgData name="EU JIN YANG" userId="6ecede72-313f-4058-8590-064a3244267c" providerId="ADAL" clId="{5732C8DA-0A9E-4302-A174-86AC9E026DD3}" dt="2026-02-22T13:43:03.919" v="208" actId="12789"/>
          <ac:spMkLst>
            <pc:docMk/>
            <pc:sldMk cId="944679915" sldId="256"/>
            <ac:spMk id="55" creationId="{6CA4ACF8-460C-F5BB-EFE0-515703662DCA}"/>
          </ac:spMkLst>
        </pc:spChg>
        <pc:spChg chg="mod">
          <ac:chgData name="EU JIN YANG" userId="6ecede72-313f-4058-8590-064a3244267c" providerId="ADAL" clId="{5732C8DA-0A9E-4302-A174-86AC9E026DD3}" dt="2026-02-22T13:43:07.379" v="209" actId="1076"/>
          <ac:spMkLst>
            <pc:docMk/>
            <pc:sldMk cId="944679915" sldId="256"/>
            <ac:spMk id="56" creationId="{869558F1-31D6-2A12-C893-7BF3F901C04F}"/>
          </ac:spMkLst>
        </pc:spChg>
        <pc:spChg chg="add mod topLvl">
          <ac:chgData name="EU JIN YANG" userId="6ecede72-313f-4058-8590-064a3244267c" providerId="ADAL" clId="{5732C8DA-0A9E-4302-A174-86AC9E026DD3}" dt="2026-02-23T05:41:56.949" v="1462"/>
          <ac:spMkLst>
            <pc:docMk/>
            <pc:sldMk cId="944679915" sldId="256"/>
            <ac:spMk id="58" creationId="{92DACFC2-C20A-8819-5F23-7B3FB1406007}"/>
          </ac:spMkLst>
        </pc:spChg>
        <pc:spChg chg="mod">
          <ac:chgData name="EU JIN YANG" userId="6ecede72-313f-4058-8590-064a3244267c" providerId="ADAL" clId="{5732C8DA-0A9E-4302-A174-86AC9E026DD3}" dt="2026-02-22T13:43:14.141" v="210" actId="12789"/>
          <ac:spMkLst>
            <pc:docMk/>
            <pc:sldMk cId="944679915" sldId="256"/>
            <ac:spMk id="64" creationId="{0CCE03F7-7670-CA97-DE61-D1EAF6B15FBB}"/>
          </ac:spMkLst>
        </pc:spChg>
        <pc:spChg chg="mod">
          <ac:chgData name="EU JIN YANG" userId="6ecede72-313f-4058-8590-064a3244267c" providerId="ADAL" clId="{5732C8DA-0A9E-4302-A174-86AC9E026DD3}" dt="2026-02-22T13:43:23.220" v="215" actId="1076"/>
          <ac:spMkLst>
            <pc:docMk/>
            <pc:sldMk cId="944679915" sldId="256"/>
            <ac:spMk id="65" creationId="{A060042F-BFDC-FC4D-DC46-7F907075B2FA}"/>
          </ac:spMkLst>
        </pc:spChg>
        <pc:spChg chg="add mod">
          <ac:chgData name="EU JIN YANG" userId="6ecede72-313f-4058-8590-064a3244267c" providerId="ADAL" clId="{5732C8DA-0A9E-4302-A174-86AC9E026DD3}" dt="2026-03-01T07:28:25.981" v="1643" actId="1076"/>
          <ac:spMkLst>
            <pc:docMk/>
            <pc:sldMk cId="944679915" sldId="256"/>
            <ac:spMk id="66" creationId="{0E124665-DE13-609A-4386-B5255CE6CE63}"/>
          </ac:spMkLst>
        </pc:spChg>
        <pc:spChg chg="mod">
          <ac:chgData name="EU JIN YANG" userId="6ecede72-313f-4058-8590-064a3244267c" providerId="ADAL" clId="{5732C8DA-0A9E-4302-A174-86AC9E026DD3}" dt="2026-02-23T04:53:12.836" v="1231" actId="20577"/>
          <ac:spMkLst>
            <pc:docMk/>
            <pc:sldMk cId="944679915" sldId="256"/>
            <ac:spMk id="72" creationId="{7CCD2E5D-0053-CB27-46F9-873CF7262EE1}"/>
          </ac:spMkLst>
        </pc:spChg>
        <pc:spChg chg="mod">
          <ac:chgData name="EU JIN YANG" userId="6ecede72-313f-4058-8590-064a3244267c" providerId="ADAL" clId="{5732C8DA-0A9E-4302-A174-86AC9E026DD3}" dt="2026-02-22T13:43:43.804" v="217" actId="20577"/>
          <ac:spMkLst>
            <pc:docMk/>
            <pc:sldMk cId="944679915" sldId="256"/>
            <ac:spMk id="84" creationId="{AC67B0E9-683A-0547-AD9D-B2787A2DF882}"/>
          </ac:spMkLst>
        </pc:spChg>
        <pc:spChg chg="add mod ord">
          <ac:chgData name="EU JIN YANG" userId="6ecede72-313f-4058-8590-064a3244267c" providerId="ADAL" clId="{5732C8DA-0A9E-4302-A174-86AC9E026DD3}" dt="2026-02-22T13:55:02.853" v="294" actId="164"/>
          <ac:spMkLst>
            <pc:docMk/>
            <pc:sldMk cId="944679915" sldId="256"/>
            <ac:spMk id="92" creationId="{68E56169-6A92-686E-984D-DBF31AC84CCC}"/>
          </ac:spMkLst>
        </pc:spChg>
        <pc:spChg chg="add mod">
          <ac:chgData name="EU JIN YANG" userId="6ecede72-313f-4058-8590-064a3244267c" providerId="ADAL" clId="{5732C8DA-0A9E-4302-A174-86AC9E026DD3}" dt="2026-02-22T14:04:05.509" v="351" actId="164"/>
          <ac:spMkLst>
            <pc:docMk/>
            <pc:sldMk cId="944679915" sldId="256"/>
            <ac:spMk id="94" creationId="{DAFD539E-9F31-E132-57A4-E29301DC1068}"/>
          </ac:spMkLst>
        </pc:spChg>
        <pc:spChg chg="mod topLvl">
          <ac:chgData name="EU JIN YANG" userId="6ecede72-313f-4058-8590-064a3244267c" providerId="ADAL" clId="{5732C8DA-0A9E-4302-A174-86AC9E026DD3}" dt="2026-02-22T14:43:03.331" v="923" actId="14100"/>
          <ac:spMkLst>
            <pc:docMk/>
            <pc:sldMk cId="944679915" sldId="256"/>
            <ac:spMk id="101" creationId="{A15E870E-FFA0-F0C5-14CD-B485FE3A52B0}"/>
          </ac:spMkLst>
        </pc:spChg>
        <pc:spChg chg="mod topLvl">
          <ac:chgData name="EU JIN YANG" userId="6ecede72-313f-4058-8590-064a3244267c" providerId="ADAL" clId="{5732C8DA-0A9E-4302-A174-86AC9E026DD3}" dt="2026-02-22T14:41:54.372" v="909" actId="14100"/>
          <ac:spMkLst>
            <pc:docMk/>
            <pc:sldMk cId="944679915" sldId="256"/>
            <ac:spMk id="102" creationId="{02A29891-DCF7-9DBE-E862-C92BE367E27B}"/>
          </ac:spMkLst>
        </pc:spChg>
        <pc:spChg chg="mod">
          <ac:chgData name="EU JIN YANG" userId="6ecede72-313f-4058-8590-064a3244267c" providerId="ADAL" clId="{5732C8DA-0A9E-4302-A174-86AC9E026DD3}" dt="2026-03-01T07:29:37.630" v="1650" actId="12788"/>
          <ac:spMkLst>
            <pc:docMk/>
            <pc:sldMk cId="944679915" sldId="256"/>
            <ac:spMk id="113" creationId="{320814E5-BCF7-469A-ED50-3F5119377120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16" creationId="{BAE3E493-5750-36F7-E3E5-4049C0C71ABD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18" creationId="{3598B82E-6688-FFA1-2967-8841DD8E00A6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19" creationId="{E9F20BF3-10FD-2E9E-8B76-9685419D514F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20" creationId="{B19CC5E1-E969-9AED-9125-EED658BCE725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21" creationId="{3C6E71EF-2E1C-C744-0AAC-A9F8D995735E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22" creationId="{2C869F26-D075-2977-E3B0-51AD8FDB3BA4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23" creationId="{F84F18F6-508B-37C3-A50A-7448EFF04E30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24" creationId="{47B130B7-E602-5439-ECBB-D0C6D6E40712}"/>
          </ac:spMkLst>
        </pc:spChg>
        <pc:spChg chg="mod">
          <ac:chgData name="EU JIN YANG" userId="6ecede72-313f-4058-8590-064a3244267c" providerId="ADAL" clId="{5732C8DA-0A9E-4302-A174-86AC9E026DD3}" dt="2026-03-01T07:01:02.255" v="1481" actId="20577"/>
          <ac:spMkLst>
            <pc:docMk/>
            <pc:sldMk cId="944679915" sldId="256"/>
            <ac:spMk id="125" creationId="{2B23EB9E-8D49-BCFE-A04D-143DE38B7E81}"/>
          </ac:spMkLst>
        </pc:spChg>
        <pc:spChg chg="mod">
          <ac:chgData name="EU JIN YANG" userId="6ecede72-313f-4058-8590-064a3244267c" providerId="ADAL" clId="{5732C8DA-0A9E-4302-A174-86AC9E026DD3}" dt="2026-02-22T14:40:32.352" v="864" actId="1036"/>
          <ac:spMkLst>
            <pc:docMk/>
            <pc:sldMk cId="944679915" sldId="256"/>
            <ac:spMk id="127" creationId="{63C26054-CA87-BE25-6703-C8D266853F99}"/>
          </ac:spMkLst>
        </pc:spChg>
        <pc:spChg chg="mod">
          <ac:chgData name="EU JIN YANG" userId="6ecede72-313f-4058-8590-064a3244267c" providerId="ADAL" clId="{5732C8DA-0A9E-4302-A174-86AC9E026DD3}" dt="2026-02-22T14:42:54.161" v="920" actId="1035"/>
          <ac:spMkLst>
            <pc:docMk/>
            <pc:sldMk cId="944679915" sldId="256"/>
            <ac:spMk id="1024" creationId="{EA3ECF4D-23E4-E625-4748-10D4F806B2A9}"/>
          </ac:spMkLst>
        </pc:spChg>
        <pc:spChg chg="mod topLvl">
          <ac:chgData name="EU JIN YANG" userId="6ecede72-313f-4058-8590-064a3244267c" providerId="ADAL" clId="{5732C8DA-0A9E-4302-A174-86AC9E026DD3}" dt="2026-02-22T14:47:29.530" v="969" actId="12789"/>
          <ac:spMkLst>
            <pc:docMk/>
            <pc:sldMk cId="944679915" sldId="256"/>
            <ac:spMk id="1026" creationId="{4DE4EC78-6EA4-5DE5-F581-2C74CEEC0B41}"/>
          </ac:spMkLst>
        </pc:spChg>
        <pc:spChg chg="mod topLvl">
          <ac:chgData name="EU JIN YANG" userId="6ecede72-313f-4058-8590-064a3244267c" providerId="ADAL" clId="{5732C8DA-0A9E-4302-A174-86AC9E026DD3}" dt="2026-02-22T14:47:08.478" v="966" actId="1076"/>
          <ac:spMkLst>
            <pc:docMk/>
            <pc:sldMk cId="944679915" sldId="256"/>
            <ac:spMk id="1027" creationId="{7DF5744F-6391-964A-4D73-3D58CE4AFCA6}"/>
          </ac:spMkLst>
        </pc:spChg>
        <pc:spChg chg="add mod">
          <ac:chgData name="EU JIN YANG" userId="6ecede72-313f-4058-8590-064a3244267c" providerId="ADAL" clId="{5732C8DA-0A9E-4302-A174-86AC9E026DD3}" dt="2026-02-23T05:13:44.335" v="1321" actId="14100"/>
          <ac:spMkLst>
            <pc:docMk/>
            <pc:sldMk cId="944679915" sldId="256"/>
            <ac:spMk id="1030" creationId="{3A237DA5-83E3-4F67-C4E7-DFA5EC2FE6AD}"/>
          </ac:spMkLst>
        </pc:spChg>
        <pc:spChg chg="mod">
          <ac:chgData name="EU JIN YANG" userId="6ecede72-313f-4058-8590-064a3244267c" providerId="ADAL" clId="{5732C8DA-0A9E-4302-A174-86AC9E026DD3}" dt="2026-02-22T14:45:16.110" v="941" actId="164"/>
          <ac:spMkLst>
            <pc:docMk/>
            <pc:sldMk cId="944679915" sldId="256"/>
            <ac:spMk id="1031" creationId="{64282C68-820B-0D69-4F49-21E86F2DC819}"/>
          </ac:spMkLst>
        </pc:spChg>
        <pc:spChg chg="mod">
          <ac:chgData name="EU JIN YANG" userId="6ecede72-313f-4058-8590-064a3244267c" providerId="ADAL" clId="{5732C8DA-0A9E-4302-A174-86AC9E026DD3}" dt="2026-02-22T14:45:09.300" v="939" actId="164"/>
          <ac:spMkLst>
            <pc:docMk/>
            <pc:sldMk cId="944679915" sldId="256"/>
            <ac:spMk id="1032" creationId="{2CCB76F7-5B02-F050-354A-881C55C5AB08}"/>
          </ac:spMkLst>
        </pc:spChg>
        <pc:spChg chg="mod">
          <ac:chgData name="EU JIN YANG" userId="6ecede72-313f-4058-8590-064a3244267c" providerId="ADAL" clId="{5732C8DA-0A9E-4302-A174-86AC9E026DD3}" dt="2026-02-22T14:44:20.760" v="930" actId="164"/>
          <ac:spMkLst>
            <pc:docMk/>
            <pc:sldMk cId="944679915" sldId="256"/>
            <ac:spMk id="1033" creationId="{2DB29881-8A3F-4954-D91D-2FB627C633E5}"/>
          </ac:spMkLst>
        </pc:spChg>
        <pc:spChg chg="mod topLvl">
          <ac:chgData name="EU JIN YANG" userId="6ecede72-313f-4058-8590-064a3244267c" providerId="ADAL" clId="{5732C8DA-0A9E-4302-A174-86AC9E026DD3}" dt="2026-02-22T14:44:06.784" v="928" actId="164"/>
          <ac:spMkLst>
            <pc:docMk/>
            <pc:sldMk cId="944679915" sldId="256"/>
            <ac:spMk id="1034" creationId="{36EA6AA3-7DA4-43C6-8377-11E57AAA7B12}"/>
          </ac:spMkLst>
        </pc:spChg>
        <pc:spChg chg="mod">
          <ac:chgData name="EU JIN YANG" userId="6ecede72-313f-4058-8590-064a3244267c" providerId="ADAL" clId="{5732C8DA-0A9E-4302-A174-86AC9E026DD3}" dt="2026-02-22T14:35:52.682" v="716" actId="164"/>
          <ac:spMkLst>
            <pc:docMk/>
            <pc:sldMk cId="944679915" sldId="256"/>
            <ac:spMk id="1035" creationId="{6857A8C1-6440-72D6-E443-F11679FF868E}"/>
          </ac:spMkLst>
        </pc:spChg>
        <pc:spChg chg="mod topLvl">
          <ac:chgData name="EU JIN YANG" userId="6ecede72-313f-4058-8590-064a3244267c" providerId="ADAL" clId="{5732C8DA-0A9E-4302-A174-86AC9E026DD3}" dt="2026-02-22T14:35:30.182" v="714" actId="164"/>
          <ac:spMkLst>
            <pc:docMk/>
            <pc:sldMk cId="944679915" sldId="256"/>
            <ac:spMk id="1036" creationId="{AD79CBDC-9EA0-CFB6-EF1C-F5413AB4E7BD}"/>
          </ac:spMkLst>
        </pc:spChg>
        <pc:spChg chg="mod topLvl">
          <ac:chgData name="EU JIN YANG" userId="6ecede72-313f-4058-8590-064a3244267c" providerId="ADAL" clId="{5732C8DA-0A9E-4302-A174-86AC9E026DD3}" dt="2026-02-22T14:34:35.254" v="706" actId="14100"/>
          <ac:spMkLst>
            <pc:docMk/>
            <pc:sldMk cId="944679915" sldId="256"/>
            <ac:spMk id="1037" creationId="{BD179AC6-6DA5-A4D6-5DF3-BB9E6043E562}"/>
          </ac:spMkLst>
        </pc:spChg>
        <pc:spChg chg="mod">
          <ac:chgData name="EU JIN YANG" userId="6ecede72-313f-4058-8590-064a3244267c" providerId="ADAL" clId="{5732C8DA-0A9E-4302-A174-86AC9E026DD3}" dt="2026-02-22T14:30:06.049" v="674" actId="164"/>
          <ac:spMkLst>
            <pc:docMk/>
            <pc:sldMk cId="944679915" sldId="256"/>
            <ac:spMk id="1038" creationId="{3F20C429-268E-0184-D265-621D0AEF6A1F}"/>
          </ac:spMkLst>
        </pc:spChg>
        <pc:spChg chg="mod">
          <ac:chgData name="EU JIN YANG" userId="6ecede72-313f-4058-8590-064a3244267c" providerId="ADAL" clId="{5732C8DA-0A9E-4302-A174-86AC9E026DD3}" dt="2026-02-22T14:34:48.093" v="708" actId="14100"/>
          <ac:spMkLst>
            <pc:docMk/>
            <pc:sldMk cId="944679915" sldId="256"/>
            <ac:spMk id="1039" creationId="{53199822-7312-D7D1-505F-9585B4A86D07}"/>
          </ac:spMkLst>
        </pc:spChg>
        <pc:spChg chg="mod topLvl">
          <ac:chgData name="EU JIN YANG" userId="6ecede72-313f-4058-8590-064a3244267c" providerId="ADAL" clId="{5732C8DA-0A9E-4302-A174-86AC9E026DD3}" dt="2026-02-22T14:26:02.579" v="662" actId="164"/>
          <ac:spMkLst>
            <pc:docMk/>
            <pc:sldMk cId="944679915" sldId="256"/>
            <ac:spMk id="1040" creationId="{63721BB7-DB25-C39D-715A-BD9A6F5CB378}"/>
          </ac:spMkLst>
        </pc:spChg>
        <pc:spChg chg="mod topLvl">
          <ac:chgData name="EU JIN YANG" userId="6ecede72-313f-4058-8590-064a3244267c" providerId="ADAL" clId="{5732C8DA-0A9E-4302-A174-86AC9E026DD3}" dt="2026-02-22T14:34:58.383" v="710" actId="14100"/>
          <ac:spMkLst>
            <pc:docMk/>
            <pc:sldMk cId="944679915" sldId="256"/>
            <ac:spMk id="1041" creationId="{02F93E9C-DB13-8B94-A934-9AD17DE52F43}"/>
          </ac:spMkLst>
        </pc:spChg>
        <pc:spChg chg="mod topLvl">
          <ac:chgData name="EU JIN YANG" userId="6ecede72-313f-4058-8590-064a3244267c" providerId="ADAL" clId="{5732C8DA-0A9E-4302-A174-86AC9E026DD3}" dt="2026-02-22T14:21:52.472" v="645" actId="164"/>
          <ac:spMkLst>
            <pc:docMk/>
            <pc:sldMk cId="944679915" sldId="256"/>
            <ac:spMk id="1042" creationId="{0776F2B6-BE16-F075-A5D3-49952D95EF1D}"/>
          </ac:spMkLst>
        </pc:spChg>
        <pc:spChg chg="add mod">
          <ac:chgData name="EU JIN YANG" userId="6ecede72-313f-4058-8590-064a3244267c" providerId="ADAL" clId="{5732C8DA-0A9E-4302-A174-86AC9E026DD3}" dt="2026-02-23T05:13:37.719" v="1320" actId="14100"/>
          <ac:spMkLst>
            <pc:docMk/>
            <pc:sldMk cId="944679915" sldId="256"/>
            <ac:spMk id="1043" creationId="{E63FCBAD-3E9E-EF7D-9A98-A3A2D80FBBC2}"/>
          </ac:spMkLst>
        </pc:spChg>
        <pc:spChg chg="add mod">
          <ac:chgData name="EU JIN YANG" userId="6ecede72-313f-4058-8590-064a3244267c" providerId="ADAL" clId="{5732C8DA-0A9E-4302-A174-86AC9E026DD3}" dt="2026-02-23T05:13:46.418" v="1322" actId="14100"/>
          <ac:spMkLst>
            <pc:docMk/>
            <pc:sldMk cId="944679915" sldId="256"/>
            <ac:spMk id="1044" creationId="{D21449B0-B12C-2640-40F8-1F73C86480E4}"/>
          </ac:spMkLst>
        </pc:spChg>
        <pc:spChg chg="add mod">
          <ac:chgData name="EU JIN YANG" userId="6ecede72-313f-4058-8590-064a3244267c" providerId="ADAL" clId="{5732C8DA-0A9E-4302-A174-86AC9E026DD3}" dt="2026-02-22T15:03:31.568" v="1129" actId="14100"/>
          <ac:spMkLst>
            <pc:docMk/>
            <pc:sldMk cId="944679915" sldId="256"/>
            <ac:spMk id="1045" creationId="{B479FA99-4A11-18BA-1005-B8CF15AFF212}"/>
          </ac:spMkLst>
        </pc:spChg>
        <pc:spChg chg="mod">
          <ac:chgData name="EU JIN YANG" userId="6ecede72-313f-4058-8590-064a3244267c" providerId="ADAL" clId="{5732C8DA-0A9E-4302-A174-86AC9E026DD3}" dt="2026-02-22T14:15:11.835" v="600" actId="1076"/>
          <ac:spMkLst>
            <pc:docMk/>
            <pc:sldMk cId="944679915" sldId="256"/>
            <ac:spMk id="1046" creationId="{7B3F8C85-E540-E457-C2F3-A7354273538A}"/>
          </ac:spMkLst>
        </pc:spChg>
        <pc:spChg chg="mod topLvl">
          <ac:chgData name="EU JIN YANG" userId="6ecede72-313f-4058-8590-064a3244267c" providerId="ADAL" clId="{5732C8DA-0A9E-4302-A174-86AC9E026DD3}" dt="2026-02-23T05:13:53.143" v="1323" actId="14100"/>
          <ac:spMkLst>
            <pc:docMk/>
            <pc:sldMk cId="944679915" sldId="256"/>
            <ac:spMk id="1048" creationId="{32659BEB-C4CE-14EC-E1B8-15775472A5F9}"/>
          </ac:spMkLst>
        </pc:spChg>
        <pc:spChg chg="add mod">
          <ac:chgData name="EU JIN YANG" userId="6ecede72-313f-4058-8590-064a3244267c" providerId="ADAL" clId="{5732C8DA-0A9E-4302-A174-86AC9E026DD3}" dt="2026-02-22T15:03:59.333" v="1151" actId="1038"/>
          <ac:spMkLst>
            <pc:docMk/>
            <pc:sldMk cId="944679915" sldId="256"/>
            <ac:spMk id="1049" creationId="{CA875A64-2646-2773-DCA3-AF59D03B707A}"/>
          </ac:spMkLst>
        </pc:spChg>
        <pc:spChg chg="mod">
          <ac:chgData name="EU JIN YANG" userId="6ecede72-313f-4058-8590-064a3244267c" providerId="ADAL" clId="{5732C8DA-0A9E-4302-A174-86AC9E026DD3}" dt="2026-02-22T14:45:37.563" v="946" actId="1076"/>
          <ac:spMkLst>
            <pc:docMk/>
            <pc:sldMk cId="944679915" sldId="256"/>
            <ac:spMk id="1050" creationId="{2D9942EC-B1FB-25C2-8A29-1FF0CCAD1693}"/>
          </ac:spMkLst>
        </pc:spChg>
        <pc:spChg chg="mod">
          <ac:chgData name="EU JIN YANG" userId="6ecede72-313f-4058-8590-064a3244267c" providerId="ADAL" clId="{5732C8DA-0A9E-4302-A174-86AC9E026DD3}" dt="2026-02-23T05:13:59.542" v="1324" actId="14100"/>
          <ac:spMkLst>
            <pc:docMk/>
            <pc:sldMk cId="944679915" sldId="256"/>
            <ac:spMk id="1051" creationId="{822CD530-5663-EBAB-E9DF-41216DD72AD7}"/>
          </ac:spMkLst>
        </pc:spChg>
        <pc:spChg chg="mod topLvl">
          <ac:chgData name="EU JIN YANG" userId="6ecede72-313f-4058-8590-064a3244267c" providerId="ADAL" clId="{5732C8DA-0A9E-4302-A174-86AC9E026DD3}" dt="2026-02-22T14:34:40.180" v="707" actId="14100"/>
          <ac:spMkLst>
            <pc:docMk/>
            <pc:sldMk cId="944679915" sldId="256"/>
            <ac:spMk id="1052" creationId="{84063D4B-822D-ED25-FB8B-CA5C9BF94E90}"/>
          </ac:spMkLst>
        </pc:spChg>
        <pc:spChg chg="mod topLvl">
          <ac:chgData name="EU JIN YANG" userId="6ecede72-313f-4058-8590-064a3244267c" providerId="ADAL" clId="{5732C8DA-0A9E-4302-A174-86AC9E026DD3}" dt="2026-03-01T07:13:43.864" v="1491" actId="20577"/>
          <ac:spMkLst>
            <pc:docMk/>
            <pc:sldMk cId="944679915" sldId="256"/>
            <ac:spMk id="1053" creationId="{9FC52B5C-517D-86A4-E0FD-E523E6D4E084}"/>
          </ac:spMkLst>
        </pc:spChg>
        <pc:spChg chg="mod topLvl">
          <ac:chgData name="EU JIN YANG" userId="6ecede72-313f-4058-8590-064a3244267c" providerId="ADAL" clId="{5732C8DA-0A9E-4302-A174-86AC9E026DD3}" dt="2026-02-22T14:35:15.425" v="713" actId="14100"/>
          <ac:spMkLst>
            <pc:docMk/>
            <pc:sldMk cId="944679915" sldId="256"/>
            <ac:spMk id="1054" creationId="{DAF0784B-9404-2957-8718-ECC8D963BCF8}"/>
          </ac:spMkLst>
        </pc:spChg>
        <pc:spChg chg="add mod">
          <ac:chgData name="EU JIN YANG" userId="6ecede72-313f-4058-8590-064a3244267c" providerId="ADAL" clId="{5732C8DA-0A9E-4302-A174-86AC9E026DD3}" dt="2026-02-22T15:04:22.766" v="1156" actId="1076"/>
          <ac:spMkLst>
            <pc:docMk/>
            <pc:sldMk cId="944679915" sldId="256"/>
            <ac:spMk id="1055" creationId="{80B33E07-9955-1DAD-103C-9D8805A7B550}"/>
          </ac:spMkLst>
        </pc:spChg>
        <pc:spChg chg="add mod">
          <ac:chgData name="EU JIN YANG" userId="6ecede72-313f-4058-8590-064a3244267c" providerId="ADAL" clId="{5732C8DA-0A9E-4302-A174-86AC9E026DD3}" dt="2026-02-22T15:05:01.915" v="1168" actId="1076"/>
          <ac:spMkLst>
            <pc:docMk/>
            <pc:sldMk cId="944679915" sldId="256"/>
            <ac:spMk id="1056" creationId="{4C3F6D92-B02C-89AE-2C06-F422E5DE63B0}"/>
          </ac:spMkLst>
        </pc:spChg>
        <pc:spChg chg="add mod">
          <ac:chgData name="EU JIN YANG" userId="6ecede72-313f-4058-8590-064a3244267c" providerId="ADAL" clId="{5732C8DA-0A9E-4302-A174-86AC9E026DD3}" dt="2026-02-22T15:05:25.441" v="1172" actId="1076"/>
          <ac:spMkLst>
            <pc:docMk/>
            <pc:sldMk cId="944679915" sldId="256"/>
            <ac:spMk id="1060" creationId="{87A77978-63C9-592B-95E9-1872B6FC69CF}"/>
          </ac:spMkLst>
        </pc:spChg>
        <pc:spChg chg="mod">
          <ac:chgData name="EU JIN YANG" userId="6ecede72-313f-4058-8590-064a3244267c" providerId="ADAL" clId="{5732C8DA-0A9E-4302-A174-86AC9E026DD3}" dt="2026-02-22T14:02:19.300" v="344" actId="20577"/>
          <ac:spMkLst>
            <pc:docMk/>
            <pc:sldMk cId="944679915" sldId="256"/>
            <ac:spMk id="1064" creationId="{B129183F-7C2E-9DC8-2EA0-EA0FA255E0A4}"/>
          </ac:spMkLst>
        </pc:spChg>
        <pc:spChg chg="add mod">
          <ac:chgData name="EU JIN YANG" userId="6ecede72-313f-4058-8590-064a3244267c" providerId="ADAL" clId="{5732C8DA-0A9E-4302-A174-86AC9E026DD3}" dt="2026-02-22T15:06:45.378" v="1194" actId="1076"/>
          <ac:spMkLst>
            <pc:docMk/>
            <pc:sldMk cId="944679915" sldId="256"/>
            <ac:spMk id="1066" creationId="{9ABE6932-4FDA-4529-3814-9416D03785DB}"/>
          </ac:spMkLst>
        </pc:spChg>
        <pc:spChg chg="mod">
          <ac:chgData name="EU JIN YANG" userId="6ecede72-313f-4058-8590-064a3244267c" providerId="ADAL" clId="{5732C8DA-0A9E-4302-A174-86AC9E026DD3}" dt="2026-02-23T05:11:42.952" v="1319" actId="14100"/>
          <ac:spMkLst>
            <pc:docMk/>
            <pc:sldMk cId="944679915" sldId="256"/>
            <ac:spMk id="1076" creationId="{85F46CD9-9247-320C-D613-59892C8DDFB1}"/>
          </ac:spMkLst>
        </pc:spChg>
        <pc:spChg chg="mod">
          <ac:chgData name="EU JIN YANG" userId="6ecede72-313f-4058-8590-064a3244267c" providerId="ADAL" clId="{5732C8DA-0A9E-4302-A174-86AC9E026DD3}" dt="2026-03-01T07:14:40.149" v="1511" actId="20577"/>
          <ac:spMkLst>
            <pc:docMk/>
            <pc:sldMk cId="944679915" sldId="256"/>
            <ac:spMk id="1079" creationId="{1D96D4B6-25E4-E820-644D-69CDDAC92058}"/>
          </ac:spMkLst>
        </pc:spChg>
        <pc:spChg chg="mod topLvl">
          <ac:chgData name="EU JIN YANG" userId="6ecede72-313f-4058-8590-064a3244267c" providerId="ADAL" clId="{5732C8DA-0A9E-4302-A174-86AC9E026DD3}" dt="2026-02-22T13:55:02.853" v="294" actId="164"/>
          <ac:spMkLst>
            <pc:docMk/>
            <pc:sldMk cId="944679915" sldId="256"/>
            <ac:spMk id="1088" creationId="{D672664C-B9F6-3695-2F28-FFB41F75E7A6}"/>
          </ac:spMkLst>
        </pc:spChg>
        <pc:spChg chg="mod">
          <ac:chgData name="EU JIN YANG" userId="6ecede72-313f-4058-8590-064a3244267c" providerId="ADAL" clId="{5732C8DA-0A9E-4302-A174-86AC9E026DD3}" dt="2026-02-23T05:14:23.746" v="1329" actId="14100"/>
          <ac:spMkLst>
            <pc:docMk/>
            <pc:sldMk cId="944679915" sldId="256"/>
            <ac:spMk id="1097" creationId="{0DAB355E-FA2F-001D-4B8C-CF0DFF6F37E1}"/>
          </ac:spMkLst>
        </pc:spChg>
        <pc:spChg chg="mod">
          <ac:chgData name="EU JIN YANG" userId="6ecede72-313f-4058-8590-064a3244267c" providerId="ADAL" clId="{5732C8DA-0A9E-4302-A174-86AC9E026DD3}" dt="2026-02-22T13:47:07" v="230" actId="20577"/>
          <ac:spMkLst>
            <pc:docMk/>
            <pc:sldMk cId="944679915" sldId="256"/>
            <ac:spMk id="1146" creationId="{A670F11E-36CA-CDE0-0AA3-7DF36ABE739F}"/>
          </ac:spMkLst>
        </pc:spChg>
        <pc:grpChg chg="mod">
          <ac:chgData name="EU JIN YANG" userId="6ecede72-313f-4058-8590-064a3244267c" providerId="ADAL" clId="{5732C8DA-0A9E-4302-A174-86AC9E026DD3}" dt="2026-02-22T13:43:20.162" v="214" actId="1076"/>
          <ac:grpSpMkLst>
            <pc:docMk/>
            <pc:sldMk cId="944679915" sldId="256"/>
            <ac:grpSpMk id="33" creationId="{453B8B45-33CD-ADEE-CF1E-119FDC73E62C}"/>
          </ac:grpSpMkLst>
        </pc:grpChg>
        <pc:grpChg chg="add mod">
          <ac:chgData name="EU JIN YANG" userId="6ecede72-313f-4058-8590-064a3244267c" providerId="ADAL" clId="{5732C8DA-0A9E-4302-A174-86AC9E026DD3}" dt="2026-02-23T05:06:08.628" v="1313" actId="12789"/>
          <ac:grpSpMkLst>
            <pc:docMk/>
            <pc:sldMk cId="944679915" sldId="256"/>
            <ac:grpSpMk id="41" creationId="{86D82FA4-5E05-5504-FE5F-323F12F35D7F}"/>
          </ac:grpSpMkLst>
        </pc:grpChg>
        <pc:grpChg chg="add mod topLvl">
          <ac:chgData name="EU JIN YANG" userId="6ecede72-313f-4058-8590-064a3244267c" providerId="ADAL" clId="{5732C8DA-0A9E-4302-A174-86AC9E026DD3}" dt="2026-02-22T13:40:25.942" v="181" actId="12789"/>
          <ac:grpSpMkLst>
            <pc:docMk/>
            <pc:sldMk cId="944679915" sldId="256"/>
            <ac:grpSpMk id="60" creationId="{528B0D49-0887-D1F1-2978-E9A09361EDDF}"/>
          </ac:grpSpMkLst>
        </pc:grpChg>
        <pc:grpChg chg="add mod">
          <ac:chgData name="EU JIN YANG" userId="6ecede72-313f-4058-8590-064a3244267c" providerId="ADAL" clId="{5732C8DA-0A9E-4302-A174-86AC9E026DD3}" dt="2026-03-01T07:29:37.630" v="1650" actId="12788"/>
          <ac:grpSpMkLst>
            <pc:docMk/>
            <pc:sldMk cId="944679915" sldId="256"/>
            <ac:grpSpMk id="67" creationId="{6D8861FC-11E7-4B6F-DD09-A3609BACCE74}"/>
          </ac:grpSpMkLst>
        </pc:grpChg>
        <pc:grpChg chg="add mod">
          <ac:chgData name="EU JIN YANG" userId="6ecede72-313f-4058-8590-064a3244267c" providerId="ADAL" clId="{5732C8DA-0A9E-4302-A174-86AC9E026DD3}" dt="2026-03-01T07:28:25.981" v="1643" actId="1076"/>
          <ac:grpSpMkLst>
            <pc:docMk/>
            <pc:sldMk cId="944679915" sldId="256"/>
            <ac:grpSpMk id="74" creationId="{1D5E989B-17CF-6DE5-CCEE-AFCA09C21C92}"/>
          </ac:grpSpMkLst>
        </pc:grpChg>
        <pc:grpChg chg="add mod">
          <ac:chgData name="EU JIN YANG" userId="6ecede72-313f-4058-8590-064a3244267c" providerId="ADAL" clId="{5732C8DA-0A9E-4302-A174-86AC9E026DD3}" dt="2026-03-01T07:28:10.965" v="1641" actId="1076"/>
          <ac:grpSpMkLst>
            <pc:docMk/>
            <pc:sldMk cId="944679915" sldId="256"/>
            <ac:grpSpMk id="93" creationId="{61FA0076-AE5D-A36A-F971-20F5222F49FD}"/>
          </ac:grpSpMkLst>
        </pc:grpChg>
        <pc:grpChg chg="add mod">
          <ac:chgData name="EU JIN YANG" userId="6ecede72-313f-4058-8590-064a3244267c" providerId="ADAL" clId="{5732C8DA-0A9E-4302-A174-86AC9E026DD3}" dt="2026-03-01T07:28:49.691" v="1646" actId="1076"/>
          <ac:grpSpMkLst>
            <pc:docMk/>
            <pc:sldMk cId="944679915" sldId="256"/>
            <ac:grpSpMk id="95" creationId="{C1E9B196-1ABA-C4BC-44C2-7CB32A0A3AD3}"/>
          </ac:grpSpMkLst>
        </pc:grpChg>
        <pc:grpChg chg="mod">
          <ac:chgData name="EU JIN YANG" userId="6ecede72-313f-4058-8590-064a3244267c" providerId="ADAL" clId="{5732C8DA-0A9E-4302-A174-86AC9E026DD3}" dt="2026-02-22T14:17:20.528" v="616" actId="12788"/>
          <ac:grpSpMkLst>
            <pc:docMk/>
            <pc:sldMk cId="944679915" sldId="256"/>
            <ac:grpSpMk id="96" creationId="{CCE6936A-83DC-F417-C6E5-EFEECB6D833A}"/>
          </ac:grpSpMkLst>
        </pc:grpChg>
        <pc:grpChg chg="add mod">
          <ac:chgData name="EU JIN YANG" userId="6ecede72-313f-4058-8590-064a3244267c" providerId="ADAL" clId="{5732C8DA-0A9E-4302-A174-86AC9E026DD3}" dt="2026-02-22T14:22:34.700" v="651" actId="164"/>
          <ac:grpSpMkLst>
            <pc:docMk/>
            <pc:sldMk cId="944679915" sldId="256"/>
            <ac:grpSpMk id="97" creationId="{29A55BF1-F1D5-AAE2-9408-A0D4A2B29205}"/>
          </ac:grpSpMkLst>
        </pc:grpChg>
        <pc:grpChg chg="add mod">
          <ac:chgData name="EU JIN YANG" userId="6ecede72-313f-4058-8590-064a3244267c" providerId="ADAL" clId="{5732C8DA-0A9E-4302-A174-86AC9E026DD3}" dt="2026-02-22T14:37:48.504" v="730" actId="164"/>
          <ac:grpSpMkLst>
            <pc:docMk/>
            <pc:sldMk cId="944679915" sldId="256"/>
            <ac:grpSpMk id="98" creationId="{85293844-120D-49AF-A34B-15E2D958D064}"/>
          </ac:grpSpMkLst>
        </pc:grpChg>
        <pc:grpChg chg="add mod">
          <ac:chgData name="EU JIN YANG" userId="6ecede72-313f-4058-8590-064a3244267c" providerId="ADAL" clId="{5732C8DA-0A9E-4302-A174-86AC9E026DD3}" dt="2026-02-22T14:26:12.997" v="664" actId="164"/>
          <ac:grpSpMkLst>
            <pc:docMk/>
            <pc:sldMk cId="944679915" sldId="256"/>
            <ac:grpSpMk id="99" creationId="{E40F6577-D14A-AE26-8262-B5912133E8C3}"/>
          </ac:grpSpMkLst>
        </pc:grpChg>
        <pc:grpChg chg="add mod">
          <ac:chgData name="EU JIN YANG" userId="6ecede72-313f-4058-8590-064a3244267c" providerId="ADAL" clId="{5732C8DA-0A9E-4302-A174-86AC9E026DD3}" dt="2026-02-23T05:36:42.541" v="1461" actId="164"/>
          <ac:grpSpMkLst>
            <pc:docMk/>
            <pc:sldMk cId="944679915" sldId="256"/>
            <ac:grpSpMk id="100" creationId="{A4FAAC88-DB6C-75FC-B680-98F0B96EF626}"/>
          </ac:grpSpMkLst>
        </pc:grpChg>
        <pc:grpChg chg="add mod">
          <ac:chgData name="EU JIN YANG" userId="6ecede72-313f-4058-8590-064a3244267c" providerId="ADAL" clId="{5732C8DA-0A9E-4302-A174-86AC9E026DD3}" dt="2026-02-22T14:37:48.504" v="730" actId="164"/>
          <ac:grpSpMkLst>
            <pc:docMk/>
            <pc:sldMk cId="944679915" sldId="256"/>
            <ac:grpSpMk id="103" creationId="{2F16B8A9-5C07-79D3-22FD-874C0A751D44}"/>
          </ac:grpSpMkLst>
        </pc:grpChg>
        <pc:grpChg chg="add mod">
          <ac:chgData name="EU JIN YANG" userId="6ecede72-313f-4058-8590-064a3244267c" providerId="ADAL" clId="{5732C8DA-0A9E-4302-A174-86AC9E026DD3}" dt="2026-02-22T14:30:20.119" v="676" actId="164"/>
          <ac:grpSpMkLst>
            <pc:docMk/>
            <pc:sldMk cId="944679915" sldId="256"/>
            <ac:grpSpMk id="104" creationId="{75F23FAF-FE00-45C6-C11A-7F34E044B619}"/>
          </ac:grpSpMkLst>
        </pc:grpChg>
        <pc:grpChg chg="add mod">
          <ac:chgData name="EU JIN YANG" userId="6ecede72-313f-4058-8590-064a3244267c" providerId="ADAL" clId="{5732C8DA-0A9E-4302-A174-86AC9E026DD3}" dt="2026-02-22T14:37:36.826" v="728" actId="164"/>
          <ac:grpSpMkLst>
            <pc:docMk/>
            <pc:sldMk cId="944679915" sldId="256"/>
            <ac:grpSpMk id="105" creationId="{A9B1A883-CE48-0C80-01E9-B6E348389DF0}"/>
          </ac:grpSpMkLst>
        </pc:grpChg>
        <pc:grpChg chg="add mod">
          <ac:chgData name="EU JIN YANG" userId="6ecede72-313f-4058-8590-064a3244267c" providerId="ADAL" clId="{5732C8DA-0A9E-4302-A174-86AC9E026DD3}" dt="2026-02-22T14:35:52.682" v="716" actId="164"/>
          <ac:grpSpMkLst>
            <pc:docMk/>
            <pc:sldMk cId="944679915" sldId="256"/>
            <ac:grpSpMk id="106" creationId="{43B44A13-C425-9D60-E53F-3308D2E0B352}"/>
          </ac:grpSpMkLst>
        </pc:grpChg>
        <pc:grpChg chg="add mod">
          <ac:chgData name="EU JIN YANG" userId="6ecede72-313f-4058-8590-064a3244267c" providerId="ADAL" clId="{5732C8DA-0A9E-4302-A174-86AC9E026DD3}" dt="2026-02-22T14:37:36.826" v="728" actId="164"/>
          <ac:grpSpMkLst>
            <pc:docMk/>
            <pc:sldMk cId="944679915" sldId="256"/>
            <ac:grpSpMk id="107" creationId="{0D41F2DB-96C2-03F2-EA65-BE7267333B37}"/>
          </ac:grpSpMkLst>
        </pc:grpChg>
        <pc:grpChg chg="add mod">
          <ac:chgData name="EU JIN YANG" userId="6ecede72-313f-4058-8590-064a3244267c" providerId="ADAL" clId="{5732C8DA-0A9E-4302-A174-86AC9E026DD3}" dt="2026-02-22T14:47:19.880" v="967" actId="164"/>
          <ac:grpSpMkLst>
            <pc:docMk/>
            <pc:sldMk cId="944679915" sldId="256"/>
            <ac:grpSpMk id="108" creationId="{E255E811-C2F7-669D-9A57-A17A0FFE516D}"/>
          </ac:grpSpMkLst>
        </pc:grpChg>
        <pc:grpChg chg="add mod">
          <ac:chgData name="EU JIN YANG" userId="6ecede72-313f-4058-8590-064a3244267c" providerId="ADAL" clId="{5732C8DA-0A9E-4302-A174-86AC9E026DD3}" dt="2026-02-22T14:47:19.880" v="967" actId="164"/>
          <ac:grpSpMkLst>
            <pc:docMk/>
            <pc:sldMk cId="944679915" sldId="256"/>
            <ac:grpSpMk id="110" creationId="{B3BBE82F-E421-AF75-D858-8D396044034B}"/>
          </ac:grpSpMkLst>
        </pc:grpChg>
        <pc:grpChg chg="add mod">
          <ac:chgData name="EU JIN YANG" userId="6ecede72-313f-4058-8590-064a3244267c" providerId="ADAL" clId="{5732C8DA-0A9E-4302-A174-86AC9E026DD3}" dt="2026-02-22T14:44:20.760" v="930" actId="164"/>
          <ac:grpSpMkLst>
            <pc:docMk/>
            <pc:sldMk cId="944679915" sldId="256"/>
            <ac:grpSpMk id="111" creationId="{F2ABC701-A0EA-889D-D84B-7F762AD515EA}"/>
          </ac:grpSpMkLst>
        </pc:grpChg>
        <pc:grpChg chg="add mod">
          <ac:chgData name="EU JIN YANG" userId="6ecede72-313f-4058-8590-064a3244267c" providerId="ADAL" clId="{5732C8DA-0A9E-4302-A174-86AC9E026DD3}" dt="2026-02-22T14:46:24.914" v="958" actId="164"/>
          <ac:grpSpMkLst>
            <pc:docMk/>
            <pc:sldMk cId="944679915" sldId="256"/>
            <ac:grpSpMk id="112" creationId="{F9510153-4D2F-856C-B66C-98022D9E82D1}"/>
          </ac:grpSpMkLst>
        </pc:grpChg>
        <pc:grpChg chg="add mod">
          <ac:chgData name="EU JIN YANG" userId="6ecede72-313f-4058-8590-064a3244267c" providerId="ADAL" clId="{5732C8DA-0A9E-4302-A174-86AC9E026DD3}" dt="2026-02-22T14:45:16.110" v="941" actId="164"/>
          <ac:grpSpMkLst>
            <pc:docMk/>
            <pc:sldMk cId="944679915" sldId="256"/>
            <ac:grpSpMk id="114" creationId="{10F6DC6F-9BFA-8926-1BAE-81E1BE6014D9}"/>
          </ac:grpSpMkLst>
        </pc:grpChg>
        <pc:grpChg chg="add mod">
          <ac:chgData name="EU JIN YANG" userId="6ecede72-313f-4058-8590-064a3244267c" providerId="ADAL" clId="{5732C8DA-0A9E-4302-A174-86AC9E026DD3}" dt="2026-02-22T14:46:24.914" v="958" actId="164"/>
          <ac:grpSpMkLst>
            <pc:docMk/>
            <pc:sldMk cId="944679915" sldId="256"/>
            <ac:grpSpMk id="115" creationId="{927ECC54-49C2-D0FE-771D-A28D9F4A324E}"/>
          </ac:grpSpMkLst>
        </pc:grpChg>
        <pc:grpChg chg="add mod">
          <ac:chgData name="EU JIN YANG" userId="6ecede72-313f-4058-8590-064a3244267c" providerId="ADAL" clId="{5732C8DA-0A9E-4302-A174-86AC9E026DD3}" dt="2026-02-22T14:47:19.880" v="967" actId="164"/>
          <ac:grpSpMkLst>
            <pc:docMk/>
            <pc:sldMk cId="944679915" sldId="256"/>
            <ac:grpSpMk id="117" creationId="{48AEF825-7199-675D-3B95-962DA24760CD}"/>
          </ac:grpSpMkLst>
        </pc:grpChg>
        <pc:grpChg chg="add mod">
          <ac:chgData name="EU JIN YANG" userId="6ecede72-313f-4058-8590-064a3244267c" providerId="ADAL" clId="{5732C8DA-0A9E-4302-A174-86AC9E026DD3}" dt="2026-02-22T14:47:29.530" v="969" actId="12789"/>
          <ac:grpSpMkLst>
            <pc:docMk/>
            <pc:sldMk cId="944679915" sldId="256"/>
            <ac:grpSpMk id="126" creationId="{E41C2AF9-EDEE-554B-E7F7-D96A58BD69F8}"/>
          </ac:grpSpMkLst>
        </pc:grpChg>
        <pc:grpChg chg="mod">
          <ac:chgData name="EU JIN YANG" userId="6ecede72-313f-4058-8590-064a3244267c" providerId="ADAL" clId="{5732C8DA-0A9E-4302-A174-86AC9E026DD3}" dt="2026-02-22T14:05:29.636" v="359" actId="1076"/>
          <ac:grpSpMkLst>
            <pc:docMk/>
            <pc:sldMk cId="944679915" sldId="256"/>
            <ac:grpSpMk id="1089" creationId="{FC36968B-5DEA-760B-128C-CBC0E09ACA7D}"/>
          </ac:grpSpMkLst>
        </pc:grpChg>
        <pc:grpChg chg="add del mod">
          <ac:chgData name="EU JIN YANG" userId="6ecede72-313f-4058-8590-064a3244267c" providerId="ADAL" clId="{5732C8DA-0A9E-4302-A174-86AC9E026DD3}" dt="2026-02-22T14:05:39.236" v="362" actId="1076"/>
          <ac:grpSpMkLst>
            <pc:docMk/>
            <pc:sldMk cId="944679915" sldId="256"/>
            <ac:grpSpMk id="1094" creationId="{3B73695A-7E32-B272-8EB0-7D4B4780E5DD}"/>
          </ac:grpSpMkLst>
        </pc:grpChg>
        <pc:grpChg chg="mod">
          <ac:chgData name="EU JIN YANG" userId="6ecede72-313f-4058-8590-064a3244267c" providerId="ADAL" clId="{5732C8DA-0A9E-4302-A174-86AC9E026DD3}" dt="2026-02-23T05:14:16.786" v="1328" actId="12788"/>
          <ac:grpSpMkLst>
            <pc:docMk/>
            <pc:sldMk cId="944679915" sldId="256"/>
            <ac:grpSpMk id="1098" creationId="{C6DFF8AA-9E91-C986-C91B-70455B2E6DF3}"/>
          </ac:grpSpMkLst>
        </pc:grpChg>
        <pc:grpChg chg="mod">
          <ac:chgData name="EU JIN YANG" userId="6ecede72-313f-4058-8590-064a3244267c" providerId="ADAL" clId="{5732C8DA-0A9E-4302-A174-86AC9E026DD3}" dt="2026-03-01T07:27:54.729" v="1640" actId="1076"/>
          <ac:grpSpMkLst>
            <pc:docMk/>
            <pc:sldMk cId="944679915" sldId="256"/>
            <ac:grpSpMk id="1101" creationId="{43348A6E-1571-D14A-6CC6-58339DEB1681}"/>
          </ac:grpSpMkLst>
        </pc:grpChg>
        <pc:grpChg chg="mod">
          <ac:chgData name="EU JIN YANG" userId="6ecede72-313f-4058-8590-064a3244267c" providerId="ADAL" clId="{5732C8DA-0A9E-4302-A174-86AC9E026DD3}" dt="2026-03-01T07:28:46.751" v="1645" actId="1076"/>
          <ac:grpSpMkLst>
            <pc:docMk/>
            <pc:sldMk cId="944679915" sldId="256"/>
            <ac:grpSpMk id="1102" creationId="{3C173D88-3164-B388-7C9A-12C677DCB113}"/>
          </ac:grpSpMkLst>
        </pc:grpChg>
        <pc:grpChg chg="mod">
          <ac:chgData name="EU JIN YANG" userId="6ecede72-313f-4058-8590-064a3244267c" providerId="ADAL" clId="{5732C8DA-0A9E-4302-A174-86AC9E026DD3}" dt="2026-03-01T07:23:09.162" v="1585" actId="1076"/>
          <ac:grpSpMkLst>
            <pc:docMk/>
            <pc:sldMk cId="944679915" sldId="256"/>
            <ac:grpSpMk id="1105" creationId="{81C58198-C1F9-E8FE-A389-957C281AE92F}"/>
          </ac:grpSpMkLst>
        </pc:grpChg>
        <pc:graphicFrameChg chg="modGraphic">
          <ac:chgData name="EU JIN YANG" userId="6ecede72-313f-4058-8590-064a3244267c" providerId="ADAL" clId="{5732C8DA-0A9E-4302-A174-86AC9E026DD3}" dt="2026-03-01T07:15:06.944" v="1516" actId="20577"/>
          <ac:graphicFrameMkLst>
            <pc:docMk/>
            <pc:sldMk cId="944679915" sldId="256"/>
            <ac:graphicFrameMk id="1108" creationId="{CF4F2211-016C-E399-15AC-D85BABDDED2E}"/>
          </ac:graphicFrameMkLst>
        </pc:graphicFrameChg>
        <pc:picChg chg="add mod">
          <ac:chgData name="EU JIN YANG" userId="6ecede72-313f-4058-8590-064a3244267c" providerId="ADAL" clId="{5732C8DA-0A9E-4302-A174-86AC9E026DD3}" dt="2026-03-01T07:29:37.630" v="1650" actId="12788"/>
          <ac:picMkLst>
            <pc:docMk/>
            <pc:sldMk cId="944679915" sldId="256"/>
            <ac:picMk id="5" creationId="{C3A7B2FD-C7E5-B717-6F3C-EFA2572B83C7}"/>
          </ac:picMkLst>
        </pc:picChg>
        <pc:picChg chg="add mod">
          <ac:chgData name="EU JIN YANG" userId="6ecede72-313f-4058-8590-064a3244267c" providerId="ADAL" clId="{5732C8DA-0A9E-4302-A174-86AC9E026DD3}" dt="2026-03-01T07:28:25.981" v="1643" actId="1076"/>
          <ac:picMkLst>
            <pc:docMk/>
            <pc:sldMk cId="944679915" sldId="256"/>
            <ac:picMk id="6" creationId="{63290DE4-440E-57B3-0C36-EDA4BA68165F}"/>
          </ac:picMkLst>
        </pc:picChg>
        <pc:picChg chg="add mod">
          <ac:chgData name="EU JIN YANG" userId="6ecede72-313f-4058-8590-064a3244267c" providerId="ADAL" clId="{5732C8DA-0A9E-4302-A174-86AC9E026DD3}" dt="2026-02-23T05:06:08.628" v="1313" actId="12789"/>
          <ac:picMkLst>
            <pc:docMk/>
            <pc:sldMk cId="944679915" sldId="256"/>
            <ac:picMk id="14" creationId="{1AB687B5-C6F2-3519-6DE6-DE706F18196A}"/>
          </ac:picMkLst>
        </pc:picChg>
        <pc:picChg chg="mod">
          <ac:chgData name="EU JIN YANG" userId="6ecede72-313f-4058-8590-064a3244267c" providerId="ADAL" clId="{5732C8DA-0A9E-4302-A174-86AC9E026DD3}" dt="2026-02-22T13:47:04.204" v="227" actId="14100"/>
          <ac:picMkLst>
            <pc:docMk/>
            <pc:sldMk cId="944679915" sldId="256"/>
            <ac:picMk id="19" creationId="{66661158-1DF3-31A9-E0A1-F0E4CAC6CF71}"/>
          </ac:picMkLst>
        </pc:picChg>
        <pc:picChg chg="add mod">
          <ac:chgData name="EU JIN YANG" userId="6ecede72-313f-4058-8590-064a3244267c" providerId="ADAL" clId="{5732C8DA-0A9E-4302-A174-86AC9E026DD3}" dt="2026-02-23T05:42:14.339" v="1466" actId="1038"/>
          <ac:picMkLst>
            <pc:docMk/>
            <pc:sldMk cId="944679915" sldId="256"/>
            <ac:picMk id="39" creationId="{E6CBF441-5FDD-878F-3E3A-C64A192E7ABC}"/>
          </ac:picMkLst>
        </pc:picChg>
        <pc:picChg chg="mod">
          <ac:chgData name="EU JIN YANG" userId="6ecede72-313f-4058-8590-064a3244267c" providerId="ADAL" clId="{5732C8DA-0A9E-4302-A174-86AC9E026DD3}" dt="2026-02-22T13:39:45.544" v="172" actId="165"/>
          <ac:picMkLst>
            <pc:docMk/>
            <pc:sldMk cId="944679915" sldId="256"/>
            <ac:picMk id="45" creationId="{88D94B7C-E4B4-E09A-5806-7256D16890FD}"/>
          </ac:picMkLst>
        </pc:picChg>
        <pc:picChg chg="add mod modCrop">
          <ac:chgData name="EU JIN YANG" userId="6ecede72-313f-4058-8590-064a3244267c" providerId="ADAL" clId="{5732C8DA-0A9E-4302-A174-86AC9E026DD3}" dt="2026-02-22T14:04:05.509" v="351" actId="164"/>
          <ac:picMkLst>
            <pc:docMk/>
            <pc:sldMk cId="944679915" sldId="256"/>
            <ac:picMk id="53" creationId="{F5F962D4-12C7-2AA3-31F9-D3078D3BC86C}"/>
          </ac:picMkLst>
        </pc:picChg>
        <pc:picChg chg="mod topLvl">
          <ac:chgData name="EU JIN YANG" userId="6ecede72-313f-4058-8590-064a3244267c" providerId="ADAL" clId="{5732C8DA-0A9E-4302-A174-86AC9E026DD3}" dt="2026-02-22T13:41:46.180" v="207" actId="12789"/>
          <ac:picMkLst>
            <pc:docMk/>
            <pc:sldMk cId="944679915" sldId="256"/>
            <ac:picMk id="57" creationId="{3C0F98E3-510A-74FB-47DB-FA7B4B1E56FD}"/>
          </ac:picMkLst>
        </pc:picChg>
        <pc:picChg chg="mod topLvl">
          <ac:chgData name="EU JIN YANG" userId="6ecede72-313f-4058-8590-064a3244267c" providerId="ADAL" clId="{5732C8DA-0A9E-4302-A174-86AC9E026DD3}" dt="2026-02-22T13:41:05.520" v="201" actId="12789"/>
          <ac:picMkLst>
            <pc:docMk/>
            <pc:sldMk cId="944679915" sldId="256"/>
            <ac:picMk id="59" creationId="{BBDBCAC0-EF71-B34B-3C9F-1959F05FFB38}"/>
          </ac:picMkLst>
        </pc:picChg>
        <pc:picChg chg="mod topLvl">
          <ac:chgData name="EU JIN YANG" userId="6ecede72-313f-4058-8590-064a3244267c" providerId="ADAL" clId="{5732C8DA-0A9E-4302-A174-86AC9E026DD3}" dt="2026-02-22T13:43:03.919" v="208" actId="12789"/>
          <ac:picMkLst>
            <pc:docMk/>
            <pc:sldMk cId="944679915" sldId="256"/>
            <ac:picMk id="61" creationId="{4B54609B-BAF0-0F13-C51B-CB36D4CB184D}"/>
          </ac:picMkLst>
        </pc:picChg>
        <pc:picChg chg="mod topLvl">
          <ac:chgData name="EU JIN YANG" userId="6ecede72-313f-4058-8590-064a3244267c" providerId="ADAL" clId="{5732C8DA-0A9E-4302-A174-86AC9E026DD3}" dt="2026-02-22T13:43:14.141" v="210" actId="12789"/>
          <ac:picMkLst>
            <pc:docMk/>
            <pc:sldMk cId="944679915" sldId="256"/>
            <ac:picMk id="75" creationId="{17139F41-4CA2-07D2-E2D6-3C079D1A4FFB}"/>
          </ac:picMkLst>
        </pc:picChg>
        <pc:picChg chg="add mod topLvl">
          <ac:chgData name="EU JIN YANG" userId="6ecede72-313f-4058-8590-064a3244267c" providerId="ADAL" clId="{5732C8DA-0A9E-4302-A174-86AC9E026DD3}" dt="2026-02-23T05:36:42.541" v="1461" actId="164"/>
          <ac:picMkLst>
            <pc:docMk/>
            <pc:sldMk cId="944679915" sldId="256"/>
            <ac:picMk id="1028" creationId="{1C0647DB-444B-9524-FB95-240627873FEE}"/>
          </ac:picMkLst>
        </pc:picChg>
        <pc:picChg chg="add mod">
          <ac:chgData name="EU JIN YANG" userId="6ecede72-313f-4058-8590-064a3244267c" providerId="ADAL" clId="{5732C8DA-0A9E-4302-A174-86AC9E026DD3}" dt="2026-02-22T15:03:36.564" v="1132" actId="1076"/>
          <ac:picMkLst>
            <pc:docMk/>
            <pc:sldMk cId="944679915" sldId="256"/>
            <ac:picMk id="1029" creationId="{A6747FB2-3654-66AB-025F-AC99D508A3F0}"/>
          </ac:picMkLst>
        </pc:picChg>
        <pc:picChg chg="mod">
          <ac:chgData name="EU JIN YANG" userId="6ecede72-313f-4058-8590-064a3244267c" providerId="ADAL" clId="{5732C8DA-0A9E-4302-A174-86AC9E026DD3}" dt="2026-02-22T13:48:15.574" v="234" actId="1076"/>
          <ac:picMkLst>
            <pc:docMk/>
            <pc:sldMk cId="944679915" sldId="256"/>
            <ac:picMk id="1070" creationId="{2E332FDB-4322-795B-E61C-65EE1CCBF8FF}"/>
          </ac:picMkLst>
        </pc:picChg>
        <pc:picChg chg="mod ord topLvl">
          <ac:chgData name="EU JIN YANG" userId="6ecede72-313f-4058-8590-064a3244267c" providerId="ADAL" clId="{5732C8DA-0A9E-4302-A174-86AC9E026DD3}" dt="2026-02-22T13:55:08.673" v="295" actId="166"/>
          <ac:picMkLst>
            <pc:docMk/>
            <pc:sldMk cId="944679915" sldId="256"/>
            <ac:picMk id="1087" creationId="{E188AB32-6E9D-30F2-F123-A726529B559F}"/>
          </ac:picMkLst>
        </pc:picChg>
        <pc:picChg chg="mod">
          <ac:chgData name="EU JIN YANG" userId="6ecede72-313f-4058-8590-064a3244267c" providerId="ADAL" clId="{5732C8DA-0A9E-4302-A174-86AC9E026DD3}" dt="2026-02-22T14:21:52.472" v="645" actId="164"/>
          <ac:picMkLst>
            <pc:docMk/>
            <pc:sldMk cId="944679915" sldId="256"/>
            <ac:picMk id="1121" creationId="{DA9AB18A-C10B-A2B7-F842-7B8989A9A930}"/>
          </ac:picMkLst>
        </pc:picChg>
        <pc:picChg chg="mod">
          <ac:chgData name="EU JIN YANG" userId="6ecede72-313f-4058-8590-064a3244267c" providerId="ADAL" clId="{5732C8DA-0A9E-4302-A174-86AC9E026DD3}" dt="2026-02-22T14:26:02.579" v="662" actId="164"/>
          <ac:picMkLst>
            <pc:docMk/>
            <pc:sldMk cId="944679915" sldId="256"/>
            <ac:picMk id="1123" creationId="{B5565A10-D02A-E609-42F5-3A3EEDD793BB}"/>
          </ac:picMkLst>
        </pc:picChg>
        <pc:picChg chg="mod">
          <ac:chgData name="EU JIN YANG" userId="6ecede72-313f-4058-8590-064a3244267c" providerId="ADAL" clId="{5732C8DA-0A9E-4302-A174-86AC9E026DD3}" dt="2026-02-22T14:30:06.049" v="674" actId="164"/>
          <ac:picMkLst>
            <pc:docMk/>
            <pc:sldMk cId="944679915" sldId="256"/>
            <ac:picMk id="1125" creationId="{64C6FB1F-4866-8A56-A492-7A23AFA845FB}"/>
          </ac:picMkLst>
        </pc:picChg>
        <pc:picChg chg="mod">
          <ac:chgData name="EU JIN YANG" userId="6ecede72-313f-4058-8590-064a3244267c" providerId="ADAL" clId="{5732C8DA-0A9E-4302-A174-86AC9E026DD3}" dt="2026-02-22T14:35:30.182" v="714" actId="164"/>
          <ac:picMkLst>
            <pc:docMk/>
            <pc:sldMk cId="944679915" sldId="256"/>
            <ac:picMk id="1127" creationId="{3658ED78-FCFC-0D05-F018-C14BCB59191C}"/>
          </ac:picMkLst>
        </pc:picChg>
        <pc:picChg chg="mod">
          <ac:chgData name="EU JIN YANG" userId="6ecede72-313f-4058-8590-064a3244267c" providerId="ADAL" clId="{5732C8DA-0A9E-4302-A174-86AC9E026DD3}" dt="2026-02-22T14:44:06.784" v="928" actId="164"/>
          <ac:picMkLst>
            <pc:docMk/>
            <pc:sldMk cId="944679915" sldId="256"/>
            <ac:picMk id="1129" creationId="{7E4595B8-8E93-0842-81C0-C7ED99A078B5}"/>
          </ac:picMkLst>
        </pc:picChg>
        <pc:picChg chg="mod">
          <ac:chgData name="EU JIN YANG" userId="6ecede72-313f-4058-8590-064a3244267c" providerId="ADAL" clId="{5732C8DA-0A9E-4302-A174-86AC9E026DD3}" dt="2026-02-22T14:45:09.300" v="939" actId="164"/>
          <ac:picMkLst>
            <pc:docMk/>
            <pc:sldMk cId="944679915" sldId="256"/>
            <ac:picMk id="1131" creationId="{AC3DC115-1ACA-7EE9-B93C-0CA1DA534F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3501669"/>
            <a:ext cx="25727184" cy="7449091"/>
          </a:xfrm>
        </p:spPr>
        <p:txBody>
          <a:bodyPr anchor="b"/>
          <a:lstStyle>
            <a:lvl1pPr algn="ctr">
              <a:defRPr sz="18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11238025"/>
            <a:ext cx="22700456" cy="5165824"/>
          </a:xfrm>
        </p:spPr>
        <p:txBody>
          <a:bodyPr/>
          <a:lstStyle>
            <a:lvl1pPr marL="0" indent="0" algn="ctr">
              <a:buNone/>
              <a:defRPr sz="7488"/>
            </a:lvl1pPr>
            <a:lvl2pPr marL="1426418" indent="0" algn="ctr">
              <a:buNone/>
              <a:defRPr sz="6240"/>
            </a:lvl2pPr>
            <a:lvl3pPr marL="2852837" indent="0" algn="ctr">
              <a:buNone/>
              <a:defRPr sz="5616"/>
            </a:lvl3pPr>
            <a:lvl4pPr marL="4279255" indent="0" algn="ctr">
              <a:buNone/>
              <a:defRPr sz="4992"/>
            </a:lvl4pPr>
            <a:lvl5pPr marL="5705673" indent="0" algn="ctr">
              <a:buNone/>
              <a:defRPr sz="4992"/>
            </a:lvl5pPr>
            <a:lvl6pPr marL="7132091" indent="0" algn="ctr">
              <a:buNone/>
              <a:defRPr sz="4992"/>
            </a:lvl6pPr>
            <a:lvl7pPr marL="8558510" indent="0" algn="ctr">
              <a:buNone/>
              <a:defRPr sz="4992"/>
            </a:lvl7pPr>
            <a:lvl8pPr marL="9984928" indent="0" algn="ctr">
              <a:buNone/>
              <a:defRPr sz="4992"/>
            </a:lvl8pPr>
            <a:lvl9pPr marL="11411346" indent="0" algn="ctr">
              <a:buNone/>
              <a:defRPr sz="49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1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6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5334229"/>
            <a:ext cx="26105525" cy="8900275"/>
          </a:xfrm>
        </p:spPr>
        <p:txBody>
          <a:bodyPr anchor="b"/>
          <a:lstStyle>
            <a:lvl1pPr>
              <a:defRPr sz="18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14318704"/>
            <a:ext cx="26105525" cy="4680445"/>
          </a:xfrm>
        </p:spPr>
        <p:txBody>
          <a:bodyPr/>
          <a:lstStyle>
            <a:lvl1pPr marL="0" indent="0">
              <a:buNone/>
              <a:defRPr sz="7488">
                <a:solidFill>
                  <a:schemeClr val="tx1">
                    <a:tint val="82000"/>
                  </a:schemeClr>
                </a:solidFill>
              </a:defRPr>
            </a:lvl1pPr>
            <a:lvl2pPr marL="1426418" indent="0">
              <a:buNone/>
              <a:defRPr sz="6240">
                <a:solidFill>
                  <a:schemeClr val="tx1">
                    <a:tint val="82000"/>
                  </a:schemeClr>
                </a:solidFill>
              </a:defRPr>
            </a:lvl2pPr>
            <a:lvl3pPr marL="2852837" indent="0">
              <a:buNone/>
              <a:defRPr sz="5616">
                <a:solidFill>
                  <a:schemeClr val="tx1">
                    <a:tint val="82000"/>
                  </a:schemeClr>
                </a:solidFill>
              </a:defRPr>
            </a:lvl3pPr>
            <a:lvl4pPr marL="4279255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4pPr>
            <a:lvl5pPr marL="5705673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5pPr>
            <a:lvl6pPr marL="7132091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6pPr>
            <a:lvl7pPr marL="8558510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7pPr>
            <a:lvl8pPr marL="9984928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8pPr>
            <a:lvl9pPr marL="11411346" indent="0">
              <a:buNone/>
              <a:defRPr sz="49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0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5695781"/>
            <a:ext cx="12863592" cy="13575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5695781"/>
            <a:ext cx="12863592" cy="13575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139161"/>
            <a:ext cx="26105525" cy="41356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5245073"/>
            <a:ext cx="12804474" cy="2570529"/>
          </a:xfrm>
        </p:spPr>
        <p:txBody>
          <a:bodyPr anchor="b"/>
          <a:lstStyle>
            <a:lvl1pPr marL="0" indent="0">
              <a:buNone/>
              <a:defRPr sz="7488" b="1"/>
            </a:lvl1pPr>
            <a:lvl2pPr marL="1426418" indent="0">
              <a:buNone/>
              <a:defRPr sz="6240" b="1"/>
            </a:lvl2pPr>
            <a:lvl3pPr marL="2852837" indent="0">
              <a:buNone/>
              <a:defRPr sz="5616" b="1"/>
            </a:lvl3pPr>
            <a:lvl4pPr marL="4279255" indent="0">
              <a:buNone/>
              <a:defRPr sz="4992" b="1"/>
            </a:lvl4pPr>
            <a:lvl5pPr marL="5705673" indent="0">
              <a:buNone/>
              <a:defRPr sz="4992" b="1"/>
            </a:lvl5pPr>
            <a:lvl6pPr marL="7132091" indent="0">
              <a:buNone/>
              <a:defRPr sz="4992" b="1"/>
            </a:lvl6pPr>
            <a:lvl7pPr marL="8558510" indent="0">
              <a:buNone/>
              <a:defRPr sz="4992" b="1"/>
            </a:lvl7pPr>
            <a:lvl8pPr marL="9984928" indent="0">
              <a:buNone/>
              <a:defRPr sz="4992" b="1"/>
            </a:lvl8pPr>
            <a:lvl9pPr marL="11411346" indent="0">
              <a:buNone/>
              <a:defRPr sz="4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7815602"/>
            <a:ext cx="12804474" cy="11495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5245073"/>
            <a:ext cx="12867534" cy="2570529"/>
          </a:xfrm>
        </p:spPr>
        <p:txBody>
          <a:bodyPr anchor="b"/>
          <a:lstStyle>
            <a:lvl1pPr marL="0" indent="0">
              <a:buNone/>
              <a:defRPr sz="7488" b="1"/>
            </a:lvl1pPr>
            <a:lvl2pPr marL="1426418" indent="0">
              <a:buNone/>
              <a:defRPr sz="6240" b="1"/>
            </a:lvl2pPr>
            <a:lvl3pPr marL="2852837" indent="0">
              <a:buNone/>
              <a:defRPr sz="5616" b="1"/>
            </a:lvl3pPr>
            <a:lvl4pPr marL="4279255" indent="0">
              <a:buNone/>
              <a:defRPr sz="4992" b="1"/>
            </a:lvl4pPr>
            <a:lvl5pPr marL="5705673" indent="0">
              <a:buNone/>
              <a:defRPr sz="4992" b="1"/>
            </a:lvl5pPr>
            <a:lvl6pPr marL="7132091" indent="0">
              <a:buNone/>
              <a:defRPr sz="4992" b="1"/>
            </a:lvl6pPr>
            <a:lvl7pPr marL="8558510" indent="0">
              <a:buNone/>
              <a:defRPr sz="4992" b="1"/>
            </a:lvl7pPr>
            <a:lvl8pPr marL="9984928" indent="0">
              <a:buNone/>
              <a:defRPr sz="4992" b="1"/>
            </a:lvl8pPr>
            <a:lvl9pPr marL="11411346" indent="0">
              <a:buNone/>
              <a:defRPr sz="4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7815602"/>
            <a:ext cx="12867534" cy="11495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1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7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8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426422"/>
            <a:ext cx="9761984" cy="4992476"/>
          </a:xfrm>
        </p:spPr>
        <p:txBody>
          <a:bodyPr anchor="b"/>
          <a:lstStyle>
            <a:lvl1pPr>
              <a:defRPr sz="9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3080679"/>
            <a:ext cx="15322808" cy="15205259"/>
          </a:xfrm>
        </p:spPr>
        <p:txBody>
          <a:bodyPr/>
          <a:lstStyle>
            <a:lvl1pPr>
              <a:defRPr sz="9984"/>
            </a:lvl1pPr>
            <a:lvl2pPr>
              <a:defRPr sz="8736"/>
            </a:lvl2pPr>
            <a:lvl3pPr>
              <a:defRPr sz="7488"/>
            </a:lvl3pPr>
            <a:lvl4pPr>
              <a:defRPr sz="6240"/>
            </a:lvl4pPr>
            <a:lvl5pPr>
              <a:defRPr sz="6240"/>
            </a:lvl5pPr>
            <a:lvl6pPr>
              <a:defRPr sz="6240"/>
            </a:lvl6pPr>
            <a:lvl7pPr>
              <a:defRPr sz="6240"/>
            </a:lvl7pPr>
            <a:lvl8pPr>
              <a:defRPr sz="6240"/>
            </a:lvl8pPr>
            <a:lvl9pPr>
              <a:defRPr sz="6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6418897"/>
            <a:ext cx="9761984" cy="11891802"/>
          </a:xfrm>
        </p:spPr>
        <p:txBody>
          <a:bodyPr/>
          <a:lstStyle>
            <a:lvl1pPr marL="0" indent="0">
              <a:buNone/>
              <a:defRPr sz="4992"/>
            </a:lvl1pPr>
            <a:lvl2pPr marL="1426418" indent="0">
              <a:buNone/>
              <a:defRPr sz="4368"/>
            </a:lvl2pPr>
            <a:lvl3pPr marL="2852837" indent="0">
              <a:buNone/>
              <a:defRPr sz="3744"/>
            </a:lvl3pPr>
            <a:lvl4pPr marL="4279255" indent="0">
              <a:buNone/>
              <a:defRPr sz="3120"/>
            </a:lvl4pPr>
            <a:lvl5pPr marL="5705673" indent="0">
              <a:buNone/>
              <a:defRPr sz="3120"/>
            </a:lvl5pPr>
            <a:lvl6pPr marL="7132091" indent="0">
              <a:buNone/>
              <a:defRPr sz="3120"/>
            </a:lvl6pPr>
            <a:lvl7pPr marL="8558510" indent="0">
              <a:buNone/>
              <a:defRPr sz="3120"/>
            </a:lvl7pPr>
            <a:lvl8pPr marL="9984928" indent="0">
              <a:buNone/>
              <a:defRPr sz="3120"/>
            </a:lvl8pPr>
            <a:lvl9pPr marL="11411346" indent="0">
              <a:buNone/>
              <a:defRPr sz="31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1426422"/>
            <a:ext cx="9761984" cy="4992476"/>
          </a:xfrm>
        </p:spPr>
        <p:txBody>
          <a:bodyPr anchor="b"/>
          <a:lstStyle>
            <a:lvl1pPr>
              <a:defRPr sz="99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3080679"/>
            <a:ext cx="15322808" cy="15205259"/>
          </a:xfrm>
        </p:spPr>
        <p:txBody>
          <a:bodyPr anchor="t"/>
          <a:lstStyle>
            <a:lvl1pPr marL="0" indent="0">
              <a:buNone/>
              <a:defRPr sz="9984"/>
            </a:lvl1pPr>
            <a:lvl2pPr marL="1426418" indent="0">
              <a:buNone/>
              <a:defRPr sz="8736"/>
            </a:lvl2pPr>
            <a:lvl3pPr marL="2852837" indent="0">
              <a:buNone/>
              <a:defRPr sz="7488"/>
            </a:lvl3pPr>
            <a:lvl4pPr marL="4279255" indent="0">
              <a:buNone/>
              <a:defRPr sz="6240"/>
            </a:lvl4pPr>
            <a:lvl5pPr marL="5705673" indent="0">
              <a:buNone/>
              <a:defRPr sz="6240"/>
            </a:lvl5pPr>
            <a:lvl6pPr marL="7132091" indent="0">
              <a:buNone/>
              <a:defRPr sz="6240"/>
            </a:lvl6pPr>
            <a:lvl7pPr marL="8558510" indent="0">
              <a:buNone/>
              <a:defRPr sz="6240"/>
            </a:lvl7pPr>
            <a:lvl8pPr marL="9984928" indent="0">
              <a:buNone/>
              <a:defRPr sz="6240"/>
            </a:lvl8pPr>
            <a:lvl9pPr marL="11411346" indent="0">
              <a:buNone/>
              <a:defRPr sz="62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6418897"/>
            <a:ext cx="9761984" cy="11891802"/>
          </a:xfrm>
        </p:spPr>
        <p:txBody>
          <a:bodyPr/>
          <a:lstStyle>
            <a:lvl1pPr marL="0" indent="0">
              <a:buNone/>
              <a:defRPr sz="4992"/>
            </a:lvl1pPr>
            <a:lvl2pPr marL="1426418" indent="0">
              <a:buNone/>
              <a:defRPr sz="4368"/>
            </a:lvl2pPr>
            <a:lvl3pPr marL="2852837" indent="0">
              <a:buNone/>
              <a:defRPr sz="3744"/>
            </a:lvl3pPr>
            <a:lvl4pPr marL="4279255" indent="0">
              <a:buNone/>
              <a:defRPr sz="3120"/>
            </a:lvl4pPr>
            <a:lvl5pPr marL="5705673" indent="0">
              <a:buNone/>
              <a:defRPr sz="3120"/>
            </a:lvl5pPr>
            <a:lvl6pPr marL="7132091" indent="0">
              <a:buNone/>
              <a:defRPr sz="3120"/>
            </a:lvl6pPr>
            <a:lvl7pPr marL="8558510" indent="0">
              <a:buNone/>
              <a:defRPr sz="3120"/>
            </a:lvl7pPr>
            <a:lvl8pPr marL="9984928" indent="0">
              <a:buNone/>
              <a:defRPr sz="3120"/>
            </a:lvl8pPr>
            <a:lvl9pPr marL="11411346" indent="0">
              <a:buNone/>
              <a:defRPr sz="31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7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1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1139156"/>
            <a:ext cx="6526381" cy="181323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1139156"/>
            <a:ext cx="19200803" cy="181323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7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1139161"/>
            <a:ext cx="26105525" cy="4135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5695781"/>
            <a:ext cx="26105525" cy="13575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19831228"/>
            <a:ext cx="6810137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F6635-2018-4C43-B607-9900752453D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19831228"/>
            <a:ext cx="10215205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19831228"/>
            <a:ext cx="6810137" cy="1139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C266A-D57C-4564-B445-77925849F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6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52837" rtl="0" eaLnBrk="1" latinLnBrk="0" hangingPunct="1">
        <a:lnSpc>
          <a:spcPct val="90000"/>
        </a:lnSpc>
        <a:spcBef>
          <a:spcPct val="0"/>
        </a:spcBef>
        <a:buNone/>
        <a:defRPr sz="13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3209" indent="-713209" algn="l" defTabSz="2852837" rtl="0" eaLnBrk="1" latinLnBrk="0" hangingPunct="1">
        <a:lnSpc>
          <a:spcPct val="90000"/>
        </a:lnSpc>
        <a:spcBef>
          <a:spcPts val="3120"/>
        </a:spcBef>
        <a:buFont typeface="Arial" panose="020B0604020202020204" pitchFamily="34" charset="0"/>
        <a:buChar char="•"/>
        <a:defRPr sz="8736" kern="1200">
          <a:solidFill>
            <a:schemeClr val="tx1"/>
          </a:solidFill>
          <a:latin typeface="+mn-lt"/>
          <a:ea typeface="+mn-ea"/>
          <a:cs typeface="+mn-cs"/>
        </a:defRPr>
      </a:lvl1pPr>
      <a:lvl2pPr marL="2139627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7488" kern="1200">
          <a:solidFill>
            <a:schemeClr val="tx1"/>
          </a:solidFill>
          <a:latin typeface="+mn-lt"/>
          <a:ea typeface="+mn-ea"/>
          <a:cs typeface="+mn-cs"/>
        </a:defRPr>
      </a:lvl2pPr>
      <a:lvl3pPr marL="3566046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6240" kern="1200">
          <a:solidFill>
            <a:schemeClr val="tx1"/>
          </a:solidFill>
          <a:latin typeface="+mn-lt"/>
          <a:ea typeface="+mn-ea"/>
          <a:cs typeface="+mn-cs"/>
        </a:defRPr>
      </a:lvl3pPr>
      <a:lvl4pPr marL="4992464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4pPr>
      <a:lvl5pPr marL="6418882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5pPr>
      <a:lvl6pPr marL="7845301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6pPr>
      <a:lvl7pPr marL="9271719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7pPr>
      <a:lvl8pPr marL="10698137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8pPr>
      <a:lvl9pPr marL="12124555" indent="-713209" algn="l" defTabSz="2852837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1pPr>
      <a:lvl2pPr marL="1426418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852837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3pPr>
      <a:lvl4pPr marL="4279255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4pPr>
      <a:lvl5pPr marL="5705673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5pPr>
      <a:lvl6pPr marL="7132091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6pPr>
      <a:lvl7pPr marL="8558510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7pPr>
      <a:lvl8pPr marL="9984928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8pPr>
      <a:lvl9pPr marL="11411346" algn="l" defTabSz="2852837" rtl="0" eaLnBrk="1" latinLnBrk="0" hangingPunct="1">
        <a:defRPr sz="5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19066" userDrawn="1">
          <p15:clr>
            <a:srgbClr val="F26B43"/>
          </p15:clr>
        </p15:guide>
        <p15:guide id="3" pos="102" userDrawn="1">
          <p15:clr>
            <a:srgbClr val="F26B43"/>
          </p15:clr>
        </p15:guide>
        <p15:guide id="4" pos="6321" userDrawn="1">
          <p15:clr>
            <a:srgbClr val="F26B43"/>
          </p15:clr>
        </p15:guide>
        <p15:guide id="5" pos="6423" userDrawn="1">
          <p15:clr>
            <a:srgbClr val="F26B43"/>
          </p15:clr>
        </p15:guide>
        <p15:guide id="6" pos="12643" userDrawn="1">
          <p15:clr>
            <a:srgbClr val="F26B43"/>
          </p15:clr>
        </p15:guide>
        <p15:guide id="7" pos="12744" userDrawn="1">
          <p15:clr>
            <a:srgbClr val="F26B43"/>
          </p15:clr>
        </p15:guide>
        <p15:guide id="8" pos="18964" userDrawn="1">
          <p15:clr>
            <a:srgbClr val="F26B43"/>
          </p15:clr>
        </p15:guide>
        <p15:guide id="9" orient="horz" userDrawn="1">
          <p15:clr>
            <a:srgbClr val="F26B43"/>
          </p15:clr>
        </p15:guide>
        <p15:guide id="10" orient="horz" pos="13478" userDrawn="1">
          <p15:clr>
            <a:srgbClr val="F26B43"/>
          </p15:clr>
        </p15:guide>
        <p15:guide id="11" orient="horz" pos="1667" userDrawn="1">
          <p15:clr>
            <a:srgbClr val="F26B43"/>
          </p15:clr>
        </p15:guide>
        <p15:guide id="12" orient="horz" pos="5502" userDrawn="1">
          <p15:clr>
            <a:srgbClr val="F26B43"/>
          </p15:clr>
        </p15:guide>
        <p15:guide id="13" orient="horz" pos="5604" userDrawn="1">
          <p15:clr>
            <a:srgbClr val="F26B43"/>
          </p15:clr>
        </p15:guide>
        <p15:guide id="14" orient="horz" pos="9439" userDrawn="1">
          <p15:clr>
            <a:srgbClr val="F26B43"/>
          </p15:clr>
        </p15:guide>
        <p15:guide id="15" orient="horz" pos="9540" userDrawn="1">
          <p15:clr>
            <a:srgbClr val="F26B43"/>
          </p15:clr>
        </p15:guide>
        <p15:guide id="16" orient="horz" pos="133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55" Type="http://schemas.openxmlformats.org/officeDocument/2006/relationships/image" Target="../media/image5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0.png"/><Relationship Id="rId58" Type="http://schemas.microsoft.com/office/2007/relationships/hdphoto" Target="../media/hdphoto4.wdp"/><Relationship Id="rId5" Type="http://schemas.openxmlformats.org/officeDocument/2006/relationships/image" Target="../media/image4.sv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microsoft.com/office/2007/relationships/hdphoto" Target="../media/hdphoto3.wdp"/><Relationship Id="rId8" Type="http://schemas.openxmlformats.org/officeDocument/2006/relationships/image" Target="../media/image7.png"/><Relationship Id="rId51" Type="http://schemas.microsoft.com/office/2007/relationships/hdphoto" Target="../media/hdphoto2.wdp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54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microsoft.com/office/2007/relationships/hdphoto" Target="../media/hdphoto1.wdp"/><Relationship Id="rId57" Type="http://schemas.openxmlformats.org/officeDocument/2006/relationships/image" Target="../media/image53.png"/><Relationship Id="rId10" Type="http://schemas.openxmlformats.org/officeDocument/2006/relationships/image" Target="../media/image9.pn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52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E3CABC25-A01D-788F-692B-E7F285B4E92C}"/>
              </a:ext>
            </a:extLst>
          </p:cNvPr>
          <p:cNvSpPr/>
          <p:nvPr/>
        </p:nvSpPr>
        <p:spPr>
          <a:xfrm>
            <a:off x="169340" y="134667"/>
            <a:ext cx="29928595" cy="2349937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57984-219A-36C2-8C7F-9D8B427DCC7F}"/>
              </a:ext>
            </a:extLst>
          </p:cNvPr>
          <p:cNvSpPr txBox="1"/>
          <p:nvPr/>
        </p:nvSpPr>
        <p:spPr>
          <a:xfrm>
            <a:off x="4469084" y="127908"/>
            <a:ext cx="12988863" cy="2376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362" b="1" dirty="0">
                <a:solidFill>
                  <a:schemeClr val="bg1"/>
                </a:solidFill>
                <a:latin typeface="Aptos Black" panose="020B0004020202020204" pitchFamily="34" charset="0"/>
              </a:rPr>
              <a:t>NFCAMPUS</a:t>
            </a:r>
            <a:endParaRPr lang="en-US" sz="4241" b="1" dirty="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pPr algn="ctr"/>
            <a:r>
              <a:rPr lang="en-US" sz="4241" b="1" dirty="0">
                <a:solidFill>
                  <a:schemeClr val="bg1"/>
                </a:solidFill>
                <a:latin typeface="Aptos Black" panose="020B0004020202020204" pitchFamily="34" charset="0"/>
              </a:rPr>
              <a:t>A DIGITAL STUDENT IDENTIFICATION &amp; ACCESS SYSTEM USING NFC TECHNOLOGY FOR ANDROID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714190-6059-74C8-25E8-90D86D4D599C}"/>
              </a:ext>
            </a:extLst>
          </p:cNvPr>
          <p:cNvGrpSpPr/>
          <p:nvPr/>
        </p:nvGrpSpPr>
        <p:grpSpPr>
          <a:xfrm>
            <a:off x="167657" y="2646205"/>
            <a:ext cx="9867717" cy="4893135"/>
            <a:chOff x="228600" y="3743325"/>
            <a:chExt cx="13958888" cy="870444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09277BD-9EE0-924F-6BAE-59721BB1C3EC}"/>
                </a:ext>
              </a:extLst>
            </p:cNvPr>
            <p:cNvSpPr/>
            <p:nvPr/>
          </p:nvSpPr>
          <p:spPr>
            <a:xfrm>
              <a:off x="228600" y="4800600"/>
              <a:ext cx="13958888" cy="7647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8" name="Rectangle: Single Corner Snipped 7">
              <a:extLst>
                <a:ext uri="{FF2B5EF4-FFF2-40B4-BE49-F238E27FC236}">
                  <a16:creationId xmlns:a16="http://schemas.microsoft.com/office/drawing/2014/main" id="{4CC6A972-740E-DBBC-2E4D-FBF965F5D595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BACKGROUND &amp; PROBLEM STATEMENT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AA47246-A14D-8EC9-7290-60349CEADA73}"/>
              </a:ext>
            </a:extLst>
          </p:cNvPr>
          <p:cNvSpPr txBox="1"/>
          <p:nvPr/>
        </p:nvSpPr>
        <p:spPr>
          <a:xfrm>
            <a:off x="266974" y="3434006"/>
            <a:ext cx="9669083" cy="353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Our college uses RFID access cards for entry into campus buildings, libraries, and labs.</a:t>
            </a:r>
          </a:p>
        </p:txBody>
      </p:sp>
      <p:pic>
        <p:nvPicPr>
          <p:cNvPr id="12" name="Graphic 11" descr="Brainstorm with solid fill">
            <a:extLst>
              <a:ext uri="{FF2B5EF4-FFF2-40B4-BE49-F238E27FC236}">
                <a16:creationId xmlns:a16="http://schemas.microsoft.com/office/drawing/2014/main" id="{32A581EF-B23B-229D-AC1F-640BB2AE8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3495" y="4331978"/>
            <a:ext cx="1422082" cy="14220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AF0090-CA72-65CC-D3C6-FF829D34EA47}"/>
              </a:ext>
            </a:extLst>
          </p:cNvPr>
          <p:cNvSpPr txBox="1"/>
          <p:nvPr/>
        </p:nvSpPr>
        <p:spPr>
          <a:xfrm>
            <a:off x="266974" y="5646470"/>
            <a:ext cx="4463394" cy="1659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While effective, this system has a major flaw: “It relies solely on a physical card”. 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Students are frequently locked out due to forgotten, lost, or damaged cards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Leading to missed classes, exams, and significant frustration.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48877E-F7C7-94C4-771B-D3F2A21061B5}"/>
              </a:ext>
            </a:extLst>
          </p:cNvPr>
          <p:cNvGrpSpPr/>
          <p:nvPr/>
        </p:nvGrpSpPr>
        <p:grpSpPr>
          <a:xfrm>
            <a:off x="919084" y="3945094"/>
            <a:ext cx="2950598" cy="403433"/>
            <a:chOff x="3069439" y="6134100"/>
            <a:chExt cx="4173921" cy="57069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38618EF-D140-A042-0CCB-1BD9A6B94D43}"/>
                </a:ext>
              </a:extLst>
            </p:cNvPr>
            <p:cNvSpPr/>
            <p:nvPr/>
          </p:nvSpPr>
          <p:spPr>
            <a:xfrm>
              <a:off x="3525837" y="6134100"/>
              <a:ext cx="3265487" cy="570697"/>
            </a:xfrm>
            <a:prstGeom prst="rect">
              <a:avLst/>
            </a:prstGeom>
            <a:solidFill>
              <a:srgbClr val="1C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79" b="1" dirty="0">
                  <a:latin typeface="Calibri" panose="020F0502020204030204" pitchFamily="34" charset="0"/>
                  <a:cs typeface="Calibri" panose="020F0502020204030204" pitchFamily="34" charset="0"/>
                </a:rPr>
                <a:t>PROBLEM</a:t>
              </a:r>
            </a:p>
          </p:txBody>
        </p:sp>
        <p:sp>
          <p:nvSpPr>
            <p:cNvPr id="22" name="Flowchart: Off-page Connector 21">
              <a:extLst>
                <a:ext uri="{FF2B5EF4-FFF2-40B4-BE49-F238E27FC236}">
                  <a16:creationId xmlns:a16="http://schemas.microsoft.com/office/drawing/2014/main" id="{AE023D23-1698-D5C9-2FFB-2E9849225C48}"/>
                </a:ext>
              </a:extLst>
            </p:cNvPr>
            <p:cNvSpPr/>
            <p:nvPr/>
          </p:nvSpPr>
          <p:spPr>
            <a:xfrm rot="5400000">
              <a:off x="6696074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3" name="Flowchart: Off-page Connector 22">
              <a:extLst>
                <a:ext uri="{FF2B5EF4-FFF2-40B4-BE49-F238E27FC236}">
                  <a16:creationId xmlns:a16="http://schemas.microsoft.com/office/drawing/2014/main" id="{64FC4C3C-BB8C-7D5F-7F3E-03AEC59A2D9A}"/>
                </a:ext>
              </a:extLst>
            </p:cNvPr>
            <p:cNvSpPr/>
            <p:nvPr/>
          </p:nvSpPr>
          <p:spPr>
            <a:xfrm rot="16200000">
              <a:off x="3092850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E9D57B5-B948-68C6-5AC4-722FD83CBB0B}"/>
              </a:ext>
            </a:extLst>
          </p:cNvPr>
          <p:cNvGrpSpPr/>
          <p:nvPr/>
        </p:nvGrpSpPr>
        <p:grpSpPr>
          <a:xfrm>
            <a:off x="6333350" y="3945094"/>
            <a:ext cx="2950598" cy="403433"/>
            <a:chOff x="3069439" y="6134100"/>
            <a:chExt cx="4173921" cy="57069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620C962-0839-AC0E-C131-708A46395687}"/>
                </a:ext>
              </a:extLst>
            </p:cNvPr>
            <p:cNvSpPr/>
            <p:nvPr/>
          </p:nvSpPr>
          <p:spPr>
            <a:xfrm>
              <a:off x="3525837" y="6134100"/>
              <a:ext cx="3265487" cy="570697"/>
            </a:xfrm>
            <a:prstGeom prst="rect">
              <a:avLst/>
            </a:prstGeom>
            <a:solidFill>
              <a:srgbClr val="1C82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79" b="1" dirty="0">
                  <a:latin typeface="Calibri" panose="020F0502020204030204" pitchFamily="34" charset="0"/>
                  <a:cs typeface="Calibri" panose="020F0502020204030204" pitchFamily="34" charset="0"/>
                </a:rPr>
                <a:t>SOLUTION</a:t>
              </a:r>
            </a:p>
          </p:txBody>
        </p:sp>
        <p:sp>
          <p:nvSpPr>
            <p:cNvPr id="26" name="Flowchart: Off-page Connector 25">
              <a:extLst>
                <a:ext uri="{FF2B5EF4-FFF2-40B4-BE49-F238E27FC236}">
                  <a16:creationId xmlns:a16="http://schemas.microsoft.com/office/drawing/2014/main" id="{54A6066F-E74D-44B1-642B-DCBDA621F36C}"/>
                </a:ext>
              </a:extLst>
            </p:cNvPr>
            <p:cNvSpPr/>
            <p:nvPr/>
          </p:nvSpPr>
          <p:spPr>
            <a:xfrm rot="5400000">
              <a:off x="6696074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7" name="Flowchart: Off-page Connector 26">
              <a:extLst>
                <a:ext uri="{FF2B5EF4-FFF2-40B4-BE49-F238E27FC236}">
                  <a16:creationId xmlns:a16="http://schemas.microsoft.com/office/drawing/2014/main" id="{0E3816B4-F346-FA75-92F9-C6D3664D2FDE}"/>
                </a:ext>
              </a:extLst>
            </p:cNvPr>
            <p:cNvSpPr/>
            <p:nvPr/>
          </p:nvSpPr>
          <p:spPr>
            <a:xfrm rot="16200000">
              <a:off x="3092850" y="6134100"/>
              <a:ext cx="523876" cy="570697"/>
            </a:xfrm>
            <a:prstGeom prst="flowChartOffpage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98CA4F1-7BFF-5D74-C02B-7D9879A0BF44}"/>
              </a:ext>
            </a:extLst>
          </p:cNvPr>
          <p:cNvSpPr txBox="1"/>
          <p:nvPr/>
        </p:nvSpPr>
        <p:spPr>
          <a:xfrm>
            <a:off x="5440195" y="5646470"/>
            <a:ext cx="4495862" cy="1920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The core issue is that the system identifies the card, not the person. 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Our solution leverages NFC technology on smartphones</a:t>
            </a:r>
          </a:p>
          <a:p>
            <a:pPr marL="242396" indent="-242396" algn="just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Creating a digital credential that integrates access control into a device students always carry.</a:t>
            </a:r>
          </a:p>
        </p:txBody>
      </p:sp>
      <p:pic>
        <p:nvPicPr>
          <p:cNvPr id="30" name="Graphic 29" descr="Document with solid fill">
            <a:extLst>
              <a:ext uri="{FF2B5EF4-FFF2-40B4-BE49-F238E27FC236}">
                <a16:creationId xmlns:a16="http://schemas.microsoft.com/office/drawing/2014/main" id="{BA5F8196-C2C6-197E-664D-4AA675770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1050" y="4331978"/>
            <a:ext cx="1422082" cy="142208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8CFF388-8E23-8FD6-FFCF-0606EA0792B2}"/>
              </a:ext>
            </a:extLst>
          </p:cNvPr>
          <p:cNvSpPr txBox="1"/>
          <p:nvPr/>
        </p:nvSpPr>
        <p:spPr>
          <a:xfrm>
            <a:off x="4766200" y="5211199"/>
            <a:ext cx="673996" cy="52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28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53B8B45-33CD-ADEE-CF1E-119FDC73E62C}"/>
              </a:ext>
            </a:extLst>
          </p:cNvPr>
          <p:cNvGrpSpPr/>
          <p:nvPr/>
        </p:nvGrpSpPr>
        <p:grpSpPr>
          <a:xfrm>
            <a:off x="167657" y="7732802"/>
            <a:ext cx="9867717" cy="6259088"/>
            <a:chOff x="228600" y="3743325"/>
            <a:chExt cx="13958888" cy="1113434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91E159-A7EB-D7EA-98FC-30BAB49D41BF}"/>
                </a:ext>
              </a:extLst>
            </p:cNvPr>
            <p:cNvSpPr/>
            <p:nvPr/>
          </p:nvSpPr>
          <p:spPr>
            <a:xfrm>
              <a:off x="228600" y="4800599"/>
              <a:ext cx="13958888" cy="100770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35" name="Rectangle: Single Corner Snipped 34">
              <a:extLst>
                <a:ext uri="{FF2B5EF4-FFF2-40B4-BE49-F238E27FC236}">
                  <a16:creationId xmlns:a16="http://schemas.microsoft.com/office/drawing/2014/main" id="{03CDB251-0E06-9132-8649-B08B103AFBE8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OBJECTIVES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B57A9AB-E946-AA82-C8FE-8354ADFF1F41}"/>
              </a:ext>
            </a:extLst>
          </p:cNvPr>
          <p:cNvGrpSpPr/>
          <p:nvPr/>
        </p:nvGrpSpPr>
        <p:grpSpPr>
          <a:xfrm>
            <a:off x="703422" y="8439804"/>
            <a:ext cx="8387975" cy="1081146"/>
            <a:chOff x="984114" y="12053259"/>
            <a:chExt cx="11865643" cy="1529391"/>
          </a:xfrm>
        </p:grpSpPr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9804B943-C496-E54C-6ECF-8EF9D17195AC}"/>
                </a:ext>
              </a:extLst>
            </p:cNvPr>
            <p:cNvSpPr/>
            <p:nvPr/>
          </p:nvSpPr>
          <p:spPr>
            <a:xfrm rot="10800000" flipV="1">
              <a:off x="1515007" y="12053259"/>
              <a:ext cx="11334750" cy="1529391"/>
            </a:xfrm>
            <a:prstGeom prst="homePlate">
              <a:avLst/>
            </a:prstGeom>
            <a:noFill/>
            <a:ln w="3810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97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Develop a secure and reliable smartphone-based authentication system that supplements the existing college access card system.</a:t>
              </a:r>
            </a:p>
          </p:txBody>
        </p:sp>
        <p:pic>
          <p:nvPicPr>
            <p:cNvPr id="40" name="Graphic 39" descr="Bullseye with solid fill">
              <a:extLst>
                <a:ext uri="{FF2B5EF4-FFF2-40B4-BE49-F238E27FC236}">
                  <a16:creationId xmlns:a16="http://schemas.microsoft.com/office/drawing/2014/main" id="{A42ED000-2A43-7228-8B18-91A157481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4114" y="12242439"/>
              <a:ext cx="1119842" cy="1119842"/>
            </a:xfrm>
            <a:prstGeom prst="rect">
              <a:avLst/>
            </a:prstGeom>
          </p:spPr>
        </p:pic>
      </p:grp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F28AF7CD-7583-CF0E-251C-42DC5CAE1A82}"/>
              </a:ext>
            </a:extLst>
          </p:cNvPr>
          <p:cNvSpPr/>
          <p:nvPr/>
        </p:nvSpPr>
        <p:spPr>
          <a:xfrm>
            <a:off x="398650" y="10154853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EE3C14D-547E-1831-2DC3-5E8AE4591540}"/>
              </a:ext>
            </a:extLst>
          </p:cNvPr>
          <p:cNvSpPr/>
          <p:nvPr/>
        </p:nvSpPr>
        <p:spPr>
          <a:xfrm>
            <a:off x="1095952" y="10293911"/>
            <a:ext cx="1541235" cy="440117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3AAD3A4-724C-DBDF-4566-878567001272}"/>
              </a:ext>
            </a:extLst>
          </p:cNvPr>
          <p:cNvSpPr/>
          <p:nvPr/>
        </p:nvSpPr>
        <p:spPr>
          <a:xfrm>
            <a:off x="2630452" y="10191534"/>
            <a:ext cx="7196749" cy="644186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Develop a functional mobile application prototype that can emulate the college access card’s credentials through NFC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EE440E4C-BC09-7E6C-02AA-A03BFBDC5708}"/>
              </a:ext>
            </a:extLst>
          </p:cNvPr>
          <p:cNvSpPr/>
          <p:nvPr/>
        </p:nvSpPr>
        <p:spPr>
          <a:xfrm>
            <a:off x="398650" y="10900810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400EEEB-06B8-5ED7-076A-B3A55FEAB6FC}"/>
              </a:ext>
            </a:extLst>
          </p:cNvPr>
          <p:cNvSpPr/>
          <p:nvPr/>
        </p:nvSpPr>
        <p:spPr>
          <a:xfrm>
            <a:off x="1060564" y="11118818"/>
            <a:ext cx="1541235" cy="462380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Measurable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687DE56-2ED1-CA9E-0DA4-8D4B7686230D}"/>
              </a:ext>
            </a:extLst>
          </p:cNvPr>
          <p:cNvSpPr/>
          <p:nvPr/>
        </p:nvSpPr>
        <p:spPr>
          <a:xfrm>
            <a:off x="2630451" y="11027571"/>
            <a:ext cx="7196749" cy="644186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Prototype should successfully interact with test reader and trigger the “unlock” signal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27D93E05-8600-9C3E-F7C7-62D12A64AD90}"/>
              </a:ext>
            </a:extLst>
          </p:cNvPr>
          <p:cNvSpPr/>
          <p:nvPr/>
        </p:nvSpPr>
        <p:spPr>
          <a:xfrm>
            <a:off x="398650" y="11735429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1AB4872-1939-95AF-E89C-D0C25B58D978}"/>
              </a:ext>
            </a:extLst>
          </p:cNvPr>
          <p:cNvSpPr/>
          <p:nvPr/>
        </p:nvSpPr>
        <p:spPr>
          <a:xfrm>
            <a:off x="1060564" y="11877689"/>
            <a:ext cx="1541235" cy="445007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Achievable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60658EE-1BFE-226B-5590-13AAE1099730}"/>
              </a:ext>
            </a:extLst>
          </p:cNvPr>
          <p:cNvSpPr/>
          <p:nvPr/>
        </p:nvSpPr>
        <p:spPr>
          <a:xfrm>
            <a:off x="2637187" y="11895675"/>
            <a:ext cx="7342038" cy="409122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Use Android Studio and Host Card Emulation (HCE) for Android phones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F047A271-CAE6-D17F-900C-5AF60F9BDF39}"/>
              </a:ext>
            </a:extLst>
          </p:cNvPr>
          <p:cNvSpPr/>
          <p:nvPr/>
        </p:nvSpPr>
        <p:spPr>
          <a:xfrm>
            <a:off x="398650" y="12433932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6CA4ACF8-460C-F5BB-EFE0-515703662DCA}"/>
              </a:ext>
            </a:extLst>
          </p:cNvPr>
          <p:cNvSpPr/>
          <p:nvPr/>
        </p:nvSpPr>
        <p:spPr>
          <a:xfrm>
            <a:off x="1060564" y="12532652"/>
            <a:ext cx="1541235" cy="465809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69558F1-31D6-2A12-C893-7BF3F901C04F}"/>
              </a:ext>
            </a:extLst>
          </p:cNvPr>
          <p:cNvSpPr/>
          <p:nvPr/>
        </p:nvSpPr>
        <p:spPr>
          <a:xfrm>
            <a:off x="2637187" y="12561040"/>
            <a:ext cx="7342038" cy="409122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Provides a practical, modern supplement to the existing card system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traight Connector 61">
            <a:extLst>
              <a:ext uri="{FF2B5EF4-FFF2-40B4-BE49-F238E27FC236}">
                <a16:creationId xmlns:a16="http://schemas.microsoft.com/office/drawing/2014/main" id="{7316CBAA-3B09-EDF4-E494-74C871937F43}"/>
              </a:ext>
            </a:extLst>
          </p:cNvPr>
          <p:cNvSpPr/>
          <p:nvPr/>
        </p:nvSpPr>
        <p:spPr>
          <a:xfrm>
            <a:off x="398650" y="13125222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63" name="Straight Connector 62">
            <a:extLst>
              <a:ext uri="{FF2B5EF4-FFF2-40B4-BE49-F238E27FC236}">
                <a16:creationId xmlns:a16="http://schemas.microsoft.com/office/drawing/2014/main" id="{E2B93DC9-E0EF-2626-D40B-1D6124D34EF4}"/>
              </a:ext>
            </a:extLst>
          </p:cNvPr>
          <p:cNvSpPr/>
          <p:nvPr/>
        </p:nvSpPr>
        <p:spPr>
          <a:xfrm>
            <a:off x="398650" y="13735712"/>
            <a:ext cx="937281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PK" sz="900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CCE03F7-7670-CA97-DE61-D1EAF6B15FBB}"/>
              </a:ext>
            </a:extLst>
          </p:cNvPr>
          <p:cNvSpPr/>
          <p:nvPr/>
        </p:nvSpPr>
        <p:spPr>
          <a:xfrm>
            <a:off x="1060564" y="13202060"/>
            <a:ext cx="1541235" cy="465809"/>
          </a:xfrm>
          <a:custGeom>
            <a:avLst/>
            <a:gdLst>
              <a:gd name="connsiteX0" fmla="*/ 0 w 2651759"/>
              <a:gd name="connsiteY0" fmla="*/ 0 h 1614584"/>
              <a:gd name="connsiteX1" fmla="*/ 2651759 w 2651759"/>
              <a:gd name="connsiteY1" fmla="*/ 0 h 1614584"/>
              <a:gd name="connsiteX2" fmla="*/ 2651759 w 2651759"/>
              <a:gd name="connsiteY2" fmla="*/ 1614584 h 1614584"/>
              <a:gd name="connsiteX3" fmla="*/ 0 w 2651759"/>
              <a:gd name="connsiteY3" fmla="*/ 1614584 h 1614584"/>
              <a:gd name="connsiteX4" fmla="*/ 0 w 2651759"/>
              <a:gd name="connsiteY4" fmla="*/ 0 h 1614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1759" h="1614584">
                <a:moveTo>
                  <a:pt x="0" y="0"/>
                </a:moveTo>
                <a:lnTo>
                  <a:pt x="2651759" y="0"/>
                </a:lnTo>
                <a:lnTo>
                  <a:pt x="2651759" y="1614584"/>
                </a:lnTo>
                <a:lnTo>
                  <a:pt x="0" y="161458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noAutofit/>
          </a:bodyPr>
          <a:lstStyle/>
          <a:p>
            <a:pPr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Time-Bound</a:t>
            </a:r>
            <a:endParaRPr lang="en-PK" sz="1979" b="1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060042F-BFDC-FC4D-DC46-7F907075B2FA}"/>
              </a:ext>
            </a:extLst>
          </p:cNvPr>
          <p:cNvSpPr/>
          <p:nvPr/>
        </p:nvSpPr>
        <p:spPr>
          <a:xfrm>
            <a:off x="2601799" y="13230016"/>
            <a:ext cx="7342038" cy="409122"/>
          </a:xfrm>
          <a:custGeom>
            <a:avLst/>
            <a:gdLst>
              <a:gd name="connsiteX0" fmla="*/ 0 w 10408157"/>
              <a:gd name="connsiteY0" fmla="*/ 0 h 1466370"/>
              <a:gd name="connsiteX1" fmla="*/ 10408157 w 10408157"/>
              <a:gd name="connsiteY1" fmla="*/ 0 h 1466370"/>
              <a:gd name="connsiteX2" fmla="*/ 10408157 w 10408157"/>
              <a:gd name="connsiteY2" fmla="*/ 1466370 h 1466370"/>
              <a:gd name="connsiteX3" fmla="*/ 0 w 10408157"/>
              <a:gd name="connsiteY3" fmla="*/ 1466370 h 1466370"/>
              <a:gd name="connsiteX4" fmla="*/ 0 w 10408157"/>
              <a:gd name="connsiteY4" fmla="*/ 0 h 1466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08157" h="1466370">
                <a:moveTo>
                  <a:pt x="0" y="0"/>
                </a:moveTo>
                <a:lnTo>
                  <a:pt x="10408157" y="0"/>
                </a:lnTo>
                <a:lnTo>
                  <a:pt x="10408157" y="1466370"/>
                </a:lnTo>
                <a:lnTo>
                  <a:pt x="0" y="146637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6187" tIns="86187" rIns="86187" bIns="86187" numCol="1" spcCol="1270" anchor="t" anchorCtr="0">
            <a:spAutoFit/>
          </a:bodyPr>
          <a:lstStyle/>
          <a:p>
            <a:pPr algn="just" defTabSz="100549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Project deadline: 28th March 2026</a:t>
            </a:r>
            <a:endParaRPr lang="en-PK" sz="1697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47BCD8-8A47-A7BA-ED0E-FB9B3A304B26}"/>
              </a:ext>
            </a:extLst>
          </p:cNvPr>
          <p:cNvSpPr txBox="1"/>
          <p:nvPr/>
        </p:nvSpPr>
        <p:spPr>
          <a:xfrm>
            <a:off x="266974" y="9696017"/>
            <a:ext cx="2016636" cy="39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</a:rPr>
              <a:t>SMART Criteria: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459C4A4-748E-4ABE-9FCD-CAAA774446F8}"/>
              </a:ext>
            </a:extLst>
          </p:cNvPr>
          <p:cNvGrpSpPr/>
          <p:nvPr/>
        </p:nvGrpSpPr>
        <p:grpSpPr>
          <a:xfrm>
            <a:off x="167657" y="14183346"/>
            <a:ext cx="9867717" cy="5361587"/>
            <a:chOff x="228600" y="3743325"/>
            <a:chExt cx="13958888" cy="953777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ABC446B-C5B9-3B36-ACB0-52AC6FCE0F6E}"/>
                </a:ext>
              </a:extLst>
            </p:cNvPr>
            <p:cNvSpPr/>
            <p:nvPr/>
          </p:nvSpPr>
          <p:spPr>
            <a:xfrm>
              <a:off x="228600" y="4800600"/>
              <a:ext cx="13958888" cy="84805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rgbClr val="156082"/>
                </a:solidFill>
              </a:endParaRPr>
            </a:p>
          </p:txBody>
        </p:sp>
        <p:sp>
          <p:nvSpPr>
            <p:cNvPr id="72" name="Rectangle: Single Corner Snipped 71">
              <a:extLst>
                <a:ext uri="{FF2B5EF4-FFF2-40B4-BE49-F238E27FC236}">
                  <a16:creationId xmlns:a16="http://schemas.microsoft.com/office/drawing/2014/main" id="{7CCD2E5D-0053-CB27-46F9-873CF7262EE1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METHODOLOGY</a:t>
              </a:r>
              <a:endParaRPr lang="en-US" sz="2262" b="1" dirty="0">
                <a:solidFill>
                  <a:srgbClr val="156082"/>
                </a:solidFill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EA91D50F-4A67-DE29-7653-28F83A0E2BDA}"/>
              </a:ext>
            </a:extLst>
          </p:cNvPr>
          <p:cNvSpPr txBox="1"/>
          <p:nvPr/>
        </p:nvSpPr>
        <p:spPr>
          <a:xfrm>
            <a:off x="266973" y="14857233"/>
            <a:ext cx="9669083" cy="65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Framework:</a:t>
            </a:r>
            <a:r>
              <a: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Agile-Scrum approach with iterative development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08FC1D6-91AE-3BCC-19B0-29CCB2093819}"/>
              </a:ext>
            </a:extLst>
          </p:cNvPr>
          <p:cNvGrpSpPr/>
          <p:nvPr/>
        </p:nvGrpSpPr>
        <p:grpSpPr>
          <a:xfrm>
            <a:off x="219126" y="15635092"/>
            <a:ext cx="9315899" cy="3565231"/>
            <a:chOff x="299028" y="22913844"/>
            <a:chExt cx="13178286" cy="6544318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C7141F5-2A9C-7638-6C58-9980111DBA6A}"/>
                </a:ext>
              </a:extLst>
            </p:cNvPr>
            <p:cNvSpPr/>
            <p:nvPr/>
          </p:nvSpPr>
          <p:spPr>
            <a:xfrm>
              <a:off x="299028" y="22913844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Sprints</a:t>
              </a:r>
              <a:endParaRPr lang="en-PK" sz="1979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Left Brace 76">
              <a:extLst>
                <a:ext uri="{FF2B5EF4-FFF2-40B4-BE49-F238E27FC236}">
                  <a16:creationId xmlns:a16="http://schemas.microsoft.com/office/drawing/2014/main" id="{B68B0CBE-4E3D-8EDB-A8C1-F8E4D6C26E6B}"/>
                </a:ext>
              </a:extLst>
            </p:cNvPr>
            <p:cNvSpPr/>
            <p:nvPr/>
          </p:nvSpPr>
          <p:spPr>
            <a:xfrm>
              <a:off x="3617697" y="22913844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C35E8A-4E8C-D3B9-FA08-7503CDC74FF4}"/>
                </a:ext>
              </a:extLst>
            </p:cNvPr>
            <p:cNvSpPr/>
            <p:nvPr/>
          </p:nvSpPr>
          <p:spPr>
            <a:xfrm>
              <a:off x="4450536" y="22913844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Two-week development cycles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6A92736-E377-DFDB-AC17-85674711F87F}"/>
                </a:ext>
              </a:extLst>
            </p:cNvPr>
            <p:cNvSpPr/>
            <p:nvPr/>
          </p:nvSpPr>
          <p:spPr>
            <a:xfrm>
              <a:off x="299028" y="24247644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Sprint Planning</a:t>
              </a:r>
              <a:endParaRPr lang="en-PK" sz="1979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Left Brace 79">
              <a:extLst>
                <a:ext uri="{FF2B5EF4-FFF2-40B4-BE49-F238E27FC236}">
                  <a16:creationId xmlns:a16="http://schemas.microsoft.com/office/drawing/2014/main" id="{BAABCDB1-042A-FA13-579D-2EF4708646B3}"/>
                </a:ext>
              </a:extLst>
            </p:cNvPr>
            <p:cNvSpPr/>
            <p:nvPr/>
          </p:nvSpPr>
          <p:spPr>
            <a:xfrm>
              <a:off x="3617697" y="24247644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A6D819D-7597-20F3-0792-FBB9F31FF49A}"/>
                </a:ext>
              </a:extLst>
            </p:cNvPr>
            <p:cNvSpPr/>
            <p:nvPr/>
          </p:nvSpPr>
          <p:spPr>
            <a:xfrm>
              <a:off x="4450536" y="24247644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Persistent hemolysis markers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F598F44-FFA9-4D4C-FE67-691EAD7D9BCF}"/>
                </a:ext>
              </a:extLst>
            </p:cNvPr>
            <p:cNvSpPr/>
            <p:nvPr/>
          </p:nvSpPr>
          <p:spPr>
            <a:xfrm>
              <a:off x="299028" y="25581444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Daily Stand-ups</a:t>
              </a:r>
              <a:endParaRPr lang="en-PK" sz="1979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" name="Left Brace 82">
              <a:extLst>
                <a:ext uri="{FF2B5EF4-FFF2-40B4-BE49-F238E27FC236}">
                  <a16:creationId xmlns:a16="http://schemas.microsoft.com/office/drawing/2014/main" id="{6E872796-4814-EDE1-DB62-7C0CFC60F0E2}"/>
                </a:ext>
              </a:extLst>
            </p:cNvPr>
            <p:cNvSpPr/>
            <p:nvPr/>
          </p:nvSpPr>
          <p:spPr>
            <a:xfrm>
              <a:off x="3617697" y="25581444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C67B0E9-683A-0547-AD9D-B2787A2DF882}"/>
                </a:ext>
              </a:extLst>
            </p:cNvPr>
            <p:cNvSpPr/>
            <p:nvPr/>
          </p:nvSpPr>
          <p:spPr>
            <a:xfrm>
              <a:off x="4450536" y="25581444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Synchronize activities and identify blockers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0DE58965-1940-8C2A-9C1F-5CDFB12B30F9}"/>
                </a:ext>
              </a:extLst>
            </p:cNvPr>
            <p:cNvSpPr/>
            <p:nvPr/>
          </p:nvSpPr>
          <p:spPr>
            <a:xfrm>
              <a:off x="299028" y="26995762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Sprint Review</a:t>
              </a:r>
              <a:endParaRPr lang="en-PK" sz="1979" b="1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Left Brace 85">
              <a:extLst>
                <a:ext uri="{FF2B5EF4-FFF2-40B4-BE49-F238E27FC236}">
                  <a16:creationId xmlns:a16="http://schemas.microsoft.com/office/drawing/2014/main" id="{5D032B2F-D8CB-E6D5-5DD2-E6EC5AC36DE6}"/>
                </a:ext>
              </a:extLst>
            </p:cNvPr>
            <p:cNvSpPr/>
            <p:nvPr/>
          </p:nvSpPr>
          <p:spPr>
            <a:xfrm>
              <a:off x="3617697" y="26995762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76043E3-057E-B220-D6B6-2F91DF266912}"/>
                </a:ext>
              </a:extLst>
            </p:cNvPr>
            <p:cNvSpPr/>
            <p:nvPr/>
          </p:nvSpPr>
          <p:spPr>
            <a:xfrm>
              <a:off x="4450536" y="26995762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</a:rPr>
                <a:t>Demonstrate completed functionality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273FBFC-A34A-2E47-F749-30ABAE4962A9}"/>
                </a:ext>
              </a:extLst>
            </p:cNvPr>
            <p:cNvSpPr/>
            <p:nvPr/>
          </p:nvSpPr>
          <p:spPr>
            <a:xfrm>
              <a:off x="299028" y="28329562"/>
              <a:ext cx="3318668" cy="1128600"/>
            </a:xfrm>
            <a:custGeom>
              <a:avLst/>
              <a:gdLst>
                <a:gd name="csX0" fmla="*/ 0 w 3318668"/>
                <a:gd name="csY0" fmla="*/ 0 h 1128600"/>
                <a:gd name="csX1" fmla="*/ 3318668 w 3318668"/>
                <a:gd name="csY1" fmla="*/ 0 h 1128600"/>
                <a:gd name="csX2" fmla="*/ 3318668 w 3318668"/>
                <a:gd name="csY2" fmla="*/ 1128600 h 1128600"/>
                <a:gd name="csX3" fmla="*/ 0 w 3318668"/>
                <a:gd name="csY3" fmla="*/ 1128600 h 1128600"/>
                <a:gd name="csX4" fmla="*/ 0 w 331866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18668" h="1128600">
                  <a:moveTo>
                    <a:pt x="0" y="0"/>
                  </a:moveTo>
                  <a:lnTo>
                    <a:pt x="3318668" y="0"/>
                  </a:lnTo>
                  <a:lnTo>
                    <a:pt x="331866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0772" tIns="50276" rIns="140772" bIns="50276" numCol="1" spcCol="1270" anchor="ctr" anchorCtr="0">
              <a:noAutofit/>
            </a:bodyPr>
            <a:lstStyle/>
            <a:p>
              <a:pPr algn="r" defTabSz="87980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Retrospective</a:t>
              </a:r>
              <a:endParaRPr lang="en-PK" sz="1979" b="1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Left Brace 88">
              <a:extLst>
                <a:ext uri="{FF2B5EF4-FFF2-40B4-BE49-F238E27FC236}">
                  <a16:creationId xmlns:a16="http://schemas.microsoft.com/office/drawing/2014/main" id="{41117CD9-F9F7-58DE-A3F9-37D40F1138A3}"/>
                </a:ext>
              </a:extLst>
            </p:cNvPr>
            <p:cNvSpPr/>
            <p:nvPr/>
          </p:nvSpPr>
          <p:spPr>
            <a:xfrm>
              <a:off x="3617697" y="28329562"/>
              <a:ext cx="567346" cy="1128600"/>
            </a:xfrm>
            <a:prstGeom prst="leftBrace">
              <a:avLst>
                <a:gd name="adj1" fmla="val 35000"/>
                <a:gd name="adj2" fmla="val 50000"/>
              </a:avLst>
            </a:prstGeom>
            <a:ln w="28575">
              <a:solidFill>
                <a:srgbClr val="156082"/>
              </a:solidFill>
            </a:ln>
          </p:spPr>
          <p:style>
            <a:lnRef idx="2">
              <a:scrgbClr r="0" g="0" b="0"/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90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212BDE5-3CEE-0371-55AC-4397BA5A910E}"/>
                </a:ext>
              </a:extLst>
            </p:cNvPr>
            <p:cNvSpPr/>
            <p:nvPr/>
          </p:nvSpPr>
          <p:spPr>
            <a:xfrm>
              <a:off x="4450536" y="28329562"/>
              <a:ext cx="9026778" cy="1128600"/>
            </a:xfrm>
            <a:custGeom>
              <a:avLst/>
              <a:gdLst>
                <a:gd name="csX0" fmla="*/ 0 w 9026778"/>
                <a:gd name="csY0" fmla="*/ 0 h 1128600"/>
                <a:gd name="csX1" fmla="*/ 9026778 w 9026778"/>
                <a:gd name="csY1" fmla="*/ 0 h 1128600"/>
                <a:gd name="csX2" fmla="*/ 9026778 w 9026778"/>
                <a:gd name="csY2" fmla="*/ 1128600 h 1128600"/>
                <a:gd name="csX3" fmla="*/ 0 w 9026778"/>
                <a:gd name="csY3" fmla="*/ 1128600 h 1128600"/>
                <a:gd name="csX4" fmla="*/ 0 w 9026778"/>
                <a:gd name="csY4" fmla="*/ 0 h 11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026778" h="1128600">
                  <a:moveTo>
                    <a:pt x="0" y="0"/>
                  </a:moveTo>
                  <a:lnTo>
                    <a:pt x="9026778" y="0"/>
                  </a:lnTo>
                  <a:lnTo>
                    <a:pt x="9026778" y="1128600"/>
                  </a:lnTo>
                  <a:lnTo>
                    <a:pt x="0" y="11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4640" tIns="64640" rIns="64640" bIns="64640" numCol="1" spcCol="1270" anchor="ctr" anchorCtr="0">
              <a:noAutofit/>
            </a:bodyPr>
            <a:lstStyle/>
            <a:p>
              <a:pPr marL="161597" lvl="1" indent="-161597" defTabSz="75412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97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Process improvement and refinement</a:t>
              </a:r>
              <a:endParaRPr lang="en-PK" sz="1697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4E44A57C-8275-30AE-A9DE-1BB0696F6D64}"/>
              </a:ext>
            </a:extLst>
          </p:cNvPr>
          <p:cNvGrpSpPr/>
          <p:nvPr/>
        </p:nvGrpSpPr>
        <p:grpSpPr>
          <a:xfrm>
            <a:off x="20229096" y="2646205"/>
            <a:ext cx="9867717" cy="2564994"/>
            <a:chOff x="228600" y="3743325"/>
            <a:chExt cx="13958888" cy="4562892"/>
          </a:xfrm>
        </p:grpSpPr>
        <p:sp>
          <p:nvSpPr>
            <p:cNvPr id="1058" name="Rectangle 1057">
              <a:extLst>
                <a:ext uri="{FF2B5EF4-FFF2-40B4-BE49-F238E27FC236}">
                  <a16:creationId xmlns:a16="http://schemas.microsoft.com/office/drawing/2014/main" id="{5EE8590B-34DA-24E3-71FD-D70BF4DAF045}"/>
                </a:ext>
              </a:extLst>
            </p:cNvPr>
            <p:cNvSpPr/>
            <p:nvPr/>
          </p:nvSpPr>
          <p:spPr>
            <a:xfrm>
              <a:off x="228600" y="4800600"/>
              <a:ext cx="13958888" cy="35056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1059" name="Rectangle: Single Corner Snipped 1058">
              <a:extLst>
                <a:ext uri="{FF2B5EF4-FFF2-40B4-BE49-F238E27FC236}">
                  <a16:creationId xmlns:a16="http://schemas.microsoft.com/office/drawing/2014/main" id="{4D515438-5865-F389-E972-85D009546018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KEY FEATURES</a:t>
              </a:r>
            </a:p>
          </p:txBody>
        </p:sp>
      </p:grpSp>
      <p:pic>
        <p:nvPicPr>
          <p:cNvPr id="1061" name="Graphic 1060" descr="Shield Tick with solid fill">
            <a:extLst>
              <a:ext uri="{FF2B5EF4-FFF2-40B4-BE49-F238E27FC236}">
                <a16:creationId xmlns:a16="http://schemas.microsoft.com/office/drawing/2014/main" id="{8F930D07-C590-47B3-A5DE-D5E67782AF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287665" y="4378708"/>
            <a:ext cx="646401" cy="646401"/>
          </a:xfrm>
          <a:prstGeom prst="rect">
            <a:avLst/>
          </a:prstGeom>
        </p:spPr>
      </p:pic>
      <p:pic>
        <p:nvPicPr>
          <p:cNvPr id="1063" name="Graphic 1062" descr="Folder Search with solid fill">
            <a:extLst>
              <a:ext uri="{FF2B5EF4-FFF2-40B4-BE49-F238E27FC236}">
                <a16:creationId xmlns:a16="http://schemas.microsoft.com/office/drawing/2014/main" id="{9FE9AB97-F605-B507-6EBF-AB39BA92BD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800554" y="4378708"/>
            <a:ext cx="646401" cy="646401"/>
          </a:xfrm>
          <a:prstGeom prst="rect">
            <a:avLst/>
          </a:prstGeom>
        </p:spPr>
      </p:pic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5D069F2C-6EE3-0272-2FB1-5BAE895AF52C}"/>
              </a:ext>
            </a:extLst>
          </p:cNvPr>
          <p:cNvGrpSpPr/>
          <p:nvPr/>
        </p:nvGrpSpPr>
        <p:grpSpPr>
          <a:xfrm>
            <a:off x="20508491" y="3514723"/>
            <a:ext cx="757116" cy="681897"/>
            <a:chOff x="32897108" y="12801601"/>
            <a:chExt cx="1071018" cy="964613"/>
          </a:xfrm>
          <a:solidFill>
            <a:srgbClr val="C00000"/>
          </a:solidFill>
        </p:grpSpPr>
        <p:pic>
          <p:nvPicPr>
            <p:cNvPr id="1075" name="Graphic 1074" descr="Key with solid fill">
              <a:extLst>
                <a:ext uri="{FF2B5EF4-FFF2-40B4-BE49-F238E27FC236}">
                  <a16:creationId xmlns:a16="http://schemas.microsoft.com/office/drawing/2014/main" id="{53D71DD0-C8E1-2B38-48F9-4C46B7249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2897108" y="13085442"/>
              <a:ext cx="680772" cy="680772"/>
            </a:xfrm>
            <a:prstGeom prst="rect">
              <a:avLst/>
            </a:prstGeom>
          </p:spPr>
        </p:pic>
        <p:pic>
          <p:nvPicPr>
            <p:cNvPr id="1077" name="Graphic 1076" descr="Lock outline">
              <a:extLst>
                <a:ext uri="{FF2B5EF4-FFF2-40B4-BE49-F238E27FC236}">
                  <a16:creationId xmlns:a16="http://schemas.microsoft.com/office/drawing/2014/main" id="{2EBEAA4B-096F-7542-0B3B-DE16E2EA4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3053726" y="12801601"/>
              <a:ext cx="914400" cy="914400"/>
            </a:xfrm>
            <a:prstGeom prst="rect">
              <a:avLst/>
            </a:prstGeom>
          </p:spPr>
        </p:pic>
      </p:grpSp>
      <p:sp>
        <p:nvSpPr>
          <p:cNvPr id="1079" name="TextBox 1078">
            <a:extLst>
              <a:ext uri="{FF2B5EF4-FFF2-40B4-BE49-F238E27FC236}">
                <a16:creationId xmlns:a16="http://schemas.microsoft.com/office/drawing/2014/main" id="{1D96D4B6-25E4-E820-644D-69CDDAC92058}"/>
              </a:ext>
            </a:extLst>
          </p:cNvPr>
          <p:cNvSpPr txBox="1"/>
          <p:nvPr/>
        </p:nvSpPr>
        <p:spPr>
          <a:xfrm>
            <a:off x="21175063" y="3431407"/>
            <a:ext cx="2197382" cy="8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7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Authentication:</a:t>
            </a:r>
            <a:r>
              <a:rPr lang="en-US" sz="1697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Email and password login system</a:t>
            </a:r>
          </a:p>
        </p:txBody>
      </p:sp>
      <p:pic>
        <p:nvPicPr>
          <p:cNvPr id="1071" name="Graphic 1070" descr="Credit card with solid fill">
            <a:extLst>
              <a:ext uri="{FF2B5EF4-FFF2-40B4-BE49-F238E27FC236}">
                <a16:creationId xmlns:a16="http://schemas.microsoft.com/office/drawing/2014/main" id="{7058E9C8-434F-15F0-AEE0-DFFE3DBA367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800554" y="3532470"/>
            <a:ext cx="646401" cy="646401"/>
          </a:xfrm>
          <a:prstGeom prst="rect">
            <a:avLst/>
          </a:prstGeom>
        </p:spPr>
      </p:pic>
      <p:sp>
        <p:nvSpPr>
          <p:cNvPr id="1080" name="TextBox 1079">
            <a:extLst>
              <a:ext uri="{FF2B5EF4-FFF2-40B4-BE49-F238E27FC236}">
                <a16:creationId xmlns:a16="http://schemas.microsoft.com/office/drawing/2014/main" id="{50FBD949-78D9-118D-8518-E596E01CD8F9}"/>
              </a:ext>
            </a:extLst>
          </p:cNvPr>
          <p:cNvSpPr txBox="1"/>
          <p:nvPr/>
        </p:nvSpPr>
        <p:spPr>
          <a:xfrm>
            <a:off x="24516520" y="3431407"/>
            <a:ext cx="2151483" cy="8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7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OCR Integration: </a:t>
            </a: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Automatic card scanning</a:t>
            </a:r>
          </a:p>
        </p:txBody>
      </p:sp>
      <p:grpSp>
        <p:nvGrpSpPr>
          <p:cNvPr id="1081" name="Group 1080">
            <a:extLst>
              <a:ext uri="{FF2B5EF4-FFF2-40B4-BE49-F238E27FC236}">
                <a16:creationId xmlns:a16="http://schemas.microsoft.com/office/drawing/2014/main" id="{E0774D48-D5AC-54B3-0C6F-ADCC41DF8A8D}"/>
              </a:ext>
            </a:extLst>
          </p:cNvPr>
          <p:cNvGrpSpPr/>
          <p:nvPr/>
        </p:nvGrpSpPr>
        <p:grpSpPr>
          <a:xfrm>
            <a:off x="27096112" y="3532470"/>
            <a:ext cx="840321" cy="646401"/>
            <a:chOff x="30855868" y="12299884"/>
            <a:chExt cx="1836074" cy="1438016"/>
          </a:xfrm>
        </p:grpSpPr>
        <p:pic>
          <p:nvPicPr>
            <p:cNvPr id="1065" name="Graphic 1064" descr="Link with solid fill">
              <a:extLst>
                <a:ext uri="{FF2B5EF4-FFF2-40B4-BE49-F238E27FC236}">
                  <a16:creationId xmlns:a16="http://schemas.microsoft.com/office/drawing/2014/main" id="{644EC9ED-C6C5-3FB8-425D-A4FFD2B1E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17326722">
              <a:off x="31346912" y="12823500"/>
              <a:ext cx="914400" cy="914400"/>
            </a:xfrm>
            <a:prstGeom prst="rect">
              <a:avLst/>
            </a:prstGeom>
          </p:spPr>
        </p:pic>
        <p:pic>
          <p:nvPicPr>
            <p:cNvPr id="1067" name="Graphic 1066" descr="Smart Phone with solid fill">
              <a:extLst>
                <a:ext uri="{FF2B5EF4-FFF2-40B4-BE49-F238E27FC236}">
                  <a16:creationId xmlns:a16="http://schemas.microsoft.com/office/drawing/2014/main" id="{814EDDA4-CEFD-EAA6-C7F8-F2E55024B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1777542" y="12299884"/>
              <a:ext cx="914400" cy="914400"/>
            </a:xfrm>
            <a:prstGeom prst="rect">
              <a:avLst/>
            </a:prstGeom>
          </p:spPr>
        </p:pic>
        <p:pic>
          <p:nvPicPr>
            <p:cNvPr id="1069" name="Graphic 1068" descr="Diamond Suit with solid fill">
              <a:extLst>
                <a:ext uri="{FF2B5EF4-FFF2-40B4-BE49-F238E27FC236}">
                  <a16:creationId xmlns:a16="http://schemas.microsoft.com/office/drawing/2014/main" id="{73EE4B04-B902-1CD7-5D67-F53360C96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 rot="2916558">
              <a:off x="30855868" y="12786627"/>
              <a:ext cx="914400" cy="914400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31EE0847-F32F-1724-85FB-D06D0B059634}"/>
              </a:ext>
            </a:extLst>
          </p:cNvPr>
          <p:cNvSpPr txBox="1"/>
          <p:nvPr/>
        </p:nvSpPr>
        <p:spPr>
          <a:xfrm>
            <a:off x="27889432" y="3431407"/>
            <a:ext cx="2736419" cy="8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7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NFC UID Binding:</a:t>
            </a:r>
            <a:r>
              <a:rPr lang="en-US" sz="1697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Secure card-to-account linking</a:t>
            </a:r>
          </a:p>
        </p:txBody>
      </p:sp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556F58B3-949E-35D1-9DD1-67CDB5E859CD}"/>
              </a:ext>
            </a:extLst>
          </p:cNvPr>
          <p:cNvGrpSpPr/>
          <p:nvPr/>
        </p:nvGrpSpPr>
        <p:grpSpPr>
          <a:xfrm>
            <a:off x="20620821" y="4277645"/>
            <a:ext cx="2514606" cy="875817"/>
            <a:chOff x="29159298" y="6031464"/>
            <a:chExt cx="3557165" cy="1238933"/>
          </a:xfrm>
        </p:grpSpPr>
        <p:grpSp>
          <p:nvGrpSpPr>
            <p:cNvPr id="1092" name="Group 1091">
              <a:extLst>
                <a:ext uri="{FF2B5EF4-FFF2-40B4-BE49-F238E27FC236}">
                  <a16:creationId xmlns:a16="http://schemas.microsoft.com/office/drawing/2014/main" id="{FAF8DD7A-1D06-8288-F19C-74AF9F6CF000}"/>
                </a:ext>
              </a:extLst>
            </p:cNvPr>
            <p:cNvGrpSpPr/>
            <p:nvPr/>
          </p:nvGrpSpPr>
          <p:grpSpPr>
            <a:xfrm>
              <a:off x="29159298" y="6297942"/>
              <a:ext cx="753213" cy="667373"/>
              <a:chOff x="43994330" y="6776096"/>
              <a:chExt cx="945349" cy="1046820"/>
            </a:xfrm>
          </p:grpSpPr>
          <p:pic>
            <p:nvPicPr>
              <p:cNvPr id="1090" name="Graphic 1089" descr="Smart Phone with solid fill">
                <a:extLst>
                  <a:ext uri="{FF2B5EF4-FFF2-40B4-BE49-F238E27FC236}">
                    <a16:creationId xmlns:a16="http://schemas.microsoft.com/office/drawing/2014/main" id="{AE4D482C-E915-1EDA-59F4-7287A1F50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43994330" y="6776096"/>
                <a:ext cx="945349" cy="928486"/>
              </a:xfrm>
              <a:prstGeom prst="rect">
                <a:avLst/>
              </a:prstGeom>
            </p:spPr>
          </p:pic>
          <p:sp>
            <p:nvSpPr>
              <p:cNvPr id="1091" name="Rectangle 1090">
                <a:extLst>
                  <a:ext uri="{FF2B5EF4-FFF2-40B4-BE49-F238E27FC236}">
                    <a16:creationId xmlns:a16="http://schemas.microsoft.com/office/drawing/2014/main" id="{6CE6A9A9-F22A-CFC1-5650-66C87A30580D}"/>
                  </a:ext>
                </a:extLst>
              </p:cNvPr>
              <p:cNvSpPr/>
              <p:nvPr/>
            </p:nvSpPr>
            <p:spPr>
              <a:xfrm>
                <a:off x="44343953" y="7371770"/>
                <a:ext cx="243933" cy="45114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1093" name="TextBox 1092">
              <a:extLst>
                <a:ext uri="{FF2B5EF4-FFF2-40B4-BE49-F238E27FC236}">
                  <a16:creationId xmlns:a16="http://schemas.microsoft.com/office/drawing/2014/main" id="{D5DCE8A0-6858-B0B6-E3BF-507AD08E445D}"/>
                </a:ext>
              </a:extLst>
            </p:cNvPr>
            <p:cNvSpPr txBox="1"/>
            <p:nvPr/>
          </p:nvSpPr>
          <p:spPr>
            <a:xfrm>
              <a:off x="29943329" y="6031464"/>
              <a:ext cx="2773134" cy="1238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HCE Technology: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Smartphone card emulation</a:t>
              </a:r>
            </a:p>
          </p:txBody>
        </p:sp>
      </p:grpSp>
      <p:sp>
        <p:nvSpPr>
          <p:cNvPr id="1096" name="TextBox 1095">
            <a:extLst>
              <a:ext uri="{FF2B5EF4-FFF2-40B4-BE49-F238E27FC236}">
                <a16:creationId xmlns:a16="http://schemas.microsoft.com/office/drawing/2014/main" id="{8EED81C2-F2B4-8397-231D-971E45BD87EF}"/>
              </a:ext>
            </a:extLst>
          </p:cNvPr>
          <p:cNvSpPr txBox="1"/>
          <p:nvPr/>
        </p:nvSpPr>
        <p:spPr>
          <a:xfrm>
            <a:off x="24516519" y="4277645"/>
            <a:ext cx="1847703" cy="8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7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Backend: </a:t>
            </a: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Firebase-powered data management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0DAB355E-FA2F-001D-4B8C-CF0DFF6F37E1}"/>
              </a:ext>
            </a:extLst>
          </p:cNvPr>
          <p:cNvSpPr txBox="1"/>
          <p:nvPr/>
        </p:nvSpPr>
        <p:spPr>
          <a:xfrm>
            <a:off x="27889432" y="4277645"/>
            <a:ext cx="2151483" cy="875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7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Secure Storage: </a:t>
            </a: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Encrypted credential protection</a:t>
            </a:r>
          </a:p>
        </p:txBody>
      </p: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C6DFF8AA-9E91-C986-C91B-70455B2E6DF3}"/>
              </a:ext>
            </a:extLst>
          </p:cNvPr>
          <p:cNvGrpSpPr/>
          <p:nvPr/>
        </p:nvGrpSpPr>
        <p:grpSpPr>
          <a:xfrm>
            <a:off x="20229096" y="5389596"/>
            <a:ext cx="9867717" cy="9033228"/>
            <a:chOff x="228600" y="3743325"/>
            <a:chExt cx="13958888" cy="16069292"/>
          </a:xfrm>
        </p:grpSpPr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9F821E69-A82F-EF57-AE91-A7C64E2519F3}"/>
                </a:ext>
              </a:extLst>
            </p:cNvPr>
            <p:cNvSpPr/>
            <p:nvPr/>
          </p:nvSpPr>
          <p:spPr>
            <a:xfrm>
              <a:off x="228600" y="4800599"/>
              <a:ext cx="13958888" cy="15012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sp>
          <p:nvSpPr>
            <p:cNvPr id="1100" name="Rectangle: Single Corner Snipped 1099">
              <a:extLst>
                <a:ext uri="{FF2B5EF4-FFF2-40B4-BE49-F238E27FC236}">
                  <a16:creationId xmlns:a16="http://schemas.microsoft.com/office/drawing/2014/main" id="{E9710CFC-368E-A90D-979D-FCD77D11B294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PROJECT TIMELINE</a:t>
              </a:r>
            </a:p>
          </p:txBody>
        </p:sp>
      </p:grpSp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81C58198-C1F9-E8FE-A389-957C281AE92F}"/>
              </a:ext>
            </a:extLst>
          </p:cNvPr>
          <p:cNvGrpSpPr/>
          <p:nvPr/>
        </p:nvGrpSpPr>
        <p:grpSpPr>
          <a:xfrm>
            <a:off x="20229096" y="14585095"/>
            <a:ext cx="9867717" cy="2533585"/>
            <a:chOff x="228600" y="3743325"/>
            <a:chExt cx="13958888" cy="4507017"/>
          </a:xfrm>
        </p:grpSpPr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A45B7408-9088-903B-91F7-FAE7166C817B}"/>
                </a:ext>
              </a:extLst>
            </p:cNvPr>
            <p:cNvSpPr/>
            <p:nvPr/>
          </p:nvSpPr>
          <p:spPr>
            <a:xfrm>
              <a:off x="228600" y="4800600"/>
              <a:ext cx="13958888" cy="34497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rgbClr val="156082"/>
                </a:solidFill>
              </a:endParaRPr>
            </a:p>
          </p:txBody>
        </p:sp>
        <p:sp>
          <p:nvSpPr>
            <p:cNvPr id="1107" name="Rectangle: Single Corner Snipped 1106">
              <a:extLst>
                <a:ext uri="{FF2B5EF4-FFF2-40B4-BE49-F238E27FC236}">
                  <a16:creationId xmlns:a16="http://schemas.microsoft.com/office/drawing/2014/main" id="{14EB7A5C-3B07-2364-6C7E-D178A7E78CE5}"/>
                </a:ext>
              </a:extLst>
            </p:cNvPr>
            <p:cNvSpPr/>
            <p:nvPr/>
          </p:nvSpPr>
          <p:spPr>
            <a:xfrm>
              <a:off x="228600" y="3743325"/>
              <a:ext cx="13958888" cy="1057275"/>
            </a:xfrm>
            <a:prstGeom prst="snip1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62" b="1" dirty="0"/>
                <a:t>EXPECTED DELIVERABLES</a:t>
              </a:r>
              <a:endParaRPr lang="en-US" sz="2262" b="1" dirty="0">
                <a:solidFill>
                  <a:srgbClr val="156082"/>
                </a:solidFill>
              </a:endParaRPr>
            </a:p>
          </p:txBody>
        </p:sp>
      </p:grpSp>
      <p:graphicFrame>
        <p:nvGraphicFramePr>
          <p:cNvPr id="1108" name="Table 1107">
            <a:extLst>
              <a:ext uri="{FF2B5EF4-FFF2-40B4-BE49-F238E27FC236}">
                <a16:creationId xmlns:a16="http://schemas.microsoft.com/office/drawing/2014/main" id="{CF4F2211-016C-E399-15AC-D85BABDDE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60472"/>
              </p:ext>
            </p:extLst>
          </p:nvPr>
        </p:nvGraphicFramePr>
        <p:xfrm>
          <a:off x="20866705" y="15328271"/>
          <a:ext cx="8192829" cy="1724255"/>
        </p:xfrm>
        <a:graphic>
          <a:graphicData uri="http://schemas.openxmlformats.org/drawingml/2006/table">
            <a:tbl>
              <a:tblPr/>
              <a:tblGrid>
                <a:gridCol w="2062622">
                  <a:extLst>
                    <a:ext uri="{9D8B030D-6E8A-4147-A177-3AD203B41FA5}">
                      <a16:colId xmlns:a16="http://schemas.microsoft.com/office/drawing/2014/main" val="577379758"/>
                    </a:ext>
                  </a:extLst>
                </a:gridCol>
                <a:gridCol w="6130207">
                  <a:extLst>
                    <a:ext uri="{9D8B030D-6E8A-4147-A177-3AD203B41FA5}">
                      <a16:colId xmlns:a16="http://schemas.microsoft.com/office/drawing/2014/main" val="3089648704"/>
                    </a:ext>
                  </a:extLst>
                </a:gridCol>
              </a:tblGrid>
              <a:tr h="323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Category</a:t>
                      </a:r>
                      <a:endParaRPr lang="en-US" sz="17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Deliverable</a:t>
                      </a:r>
                      <a:endParaRPr lang="en-US" sz="17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387262"/>
                  </a:ext>
                </a:extLst>
              </a:tr>
              <a:tr h="280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Application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Fully functional Android app with OCR, NFC, and HCE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402846"/>
                  </a:ext>
                </a:extLst>
              </a:tr>
              <a:tr h="280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Backend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Firebase system with user accounts and UID validation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44852"/>
                  </a:ext>
                </a:extLst>
              </a:tr>
              <a:tr h="280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Documentation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System design, UML diagrams, API documentation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929033"/>
                  </a:ext>
                </a:extLst>
              </a:tr>
              <a:tr h="280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Testing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 plans, reports, and security audits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05297"/>
                  </a:ext>
                </a:extLst>
              </a:tr>
              <a:tr h="2801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Presentation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Final slides, demo video, project report</a:t>
                      </a:r>
                    </a:p>
                  </a:txBody>
                  <a:tcPr marL="64640" marR="64640" marT="32320" marB="32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59841"/>
                  </a:ext>
                </a:extLst>
              </a:tr>
            </a:tbl>
          </a:graphicData>
        </a:graphic>
      </p:graphicFrame>
      <p:cxnSp>
        <p:nvCxnSpPr>
          <p:cNvPr id="1117" name="Straight Connector 1116">
            <a:extLst>
              <a:ext uri="{FF2B5EF4-FFF2-40B4-BE49-F238E27FC236}">
                <a16:creationId xmlns:a16="http://schemas.microsoft.com/office/drawing/2014/main" id="{526FA8C3-6F78-580E-492B-0939F5BF27E4}"/>
              </a:ext>
            </a:extLst>
          </p:cNvPr>
          <p:cNvCxnSpPr/>
          <p:nvPr/>
        </p:nvCxnSpPr>
        <p:spPr>
          <a:xfrm>
            <a:off x="20866705" y="15650482"/>
            <a:ext cx="8192828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9" name="Straight Connector 1118">
            <a:extLst>
              <a:ext uri="{FF2B5EF4-FFF2-40B4-BE49-F238E27FC236}">
                <a16:creationId xmlns:a16="http://schemas.microsoft.com/office/drawing/2014/main" id="{D26046F5-64E3-D9C6-1D15-C44FC545840E}"/>
              </a:ext>
            </a:extLst>
          </p:cNvPr>
          <p:cNvCxnSpPr>
            <a:cxnSpLocks/>
          </p:cNvCxnSpPr>
          <p:nvPr/>
        </p:nvCxnSpPr>
        <p:spPr>
          <a:xfrm>
            <a:off x="22929325" y="15328271"/>
            <a:ext cx="0" cy="1723736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15E870E-FFA0-F0C5-14CD-B485FE3A52B0}"/>
              </a:ext>
            </a:extLst>
          </p:cNvPr>
          <p:cNvSpPr/>
          <p:nvPr/>
        </p:nvSpPr>
        <p:spPr>
          <a:xfrm>
            <a:off x="10201462" y="3240892"/>
            <a:ext cx="9867717" cy="5183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02" name="Rectangle: Single Corner Snipped 101">
            <a:extLst>
              <a:ext uri="{FF2B5EF4-FFF2-40B4-BE49-F238E27FC236}">
                <a16:creationId xmlns:a16="http://schemas.microsoft.com/office/drawing/2014/main" id="{02A29891-DCF7-9DBE-E862-C92BE367E27B}"/>
              </a:ext>
            </a:extLst>
          </p:cNvPr>
          <p:cNvSpPr/>
          <p:nvPr/>
        </p:nvSpPr>
        <p:spPr>
          <a:xfrm>
            <a:off x="10201462" y="2646203"/>
            <a:ext cx="9867717" cy="594689"/>
          </a:xfrm>
          <a:prstGeom prst="snip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2" b="1" dirty="0"/>
              <a:t>IMPLEMENTATION PLAN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CE6936A-83DC-F417-C6E5-EFEECB6D833A}"/>
              </a:ext>
            </a:extLst>
          </p:cNvPr>
          <p:cNvGrpSpPr/>
          <p:nvPr/>
        </p:nvGrpSpPr>
        <p:grpSpPr>
          <a:xfrm>
            <a:off x="10419015" y="3336985"/>
            <a:ext cx="9432611" cy="4924232"/>
            <a:chOff x="14734584" y="5325523"/>
            <a:chExt cx="13343387" cy="6965827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598B82E-6688-FFA1-2967-8841DD8E00A6}"/>
                </a:ext>
              </a:extLst>
            </p:cNvPr>
            <p:cNvSpPr/>
            <p:nvPr/>
          </p:nvSpPr>
          <p:spPr>
            <a:xfrm>
              <a:off x="14734584" y="5325523"/>
              <a:ext cx="10923743" cy="1437999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396510" bIns="99031" numCol="1" spcCol="1270" anchor="ctr" anchorCtr="0">
              <a:noAutofit/>
            </a:bodyPr>
            <a:lstStyle/>
            <a:p>
              <a:pPr algn="ctr"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E9F20BF3-10FD-2E9E-8B76-9685419D514F}"/>
                </a:ext>
              </a:extLst>
            </p:cNvPr>
            <p:cNvSpPr/>
            <p:nvPr/>
          </p:nvSpPr>
          <p:spPr>
            <a:xfrm>
              <a:off x="15649447" y="7138064"/>
              <a:ext cx="10923743" cy="1435608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508982" bIns="99031" numCol="1" spcCol="1270" anchor="ctr" anchorCtr="0">
              <a:noAutofit/>
            </a:bodyPr>
            <a:lstStyle/>
            <a:p>
              <a:pPr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19CC5E1-E969-9AED-9125-EED658BCE725}"/>
                </a:ext>
              </a:extLst>
            </p:cNvPr>
            <p:cNvSpPr/>
            <p:nvPr/>
          </p:nvSpPr>
          <p:spPr>
            <a:xfrm>
              <a:off x="16550656" y="8985328"/>
              <a:ext cx="10923743" cy="1435608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499330" bIns="99031" numCol="1" spcCol="1270" anchor="ctr" anchorCtr="0">
              <a:noAutofit/>
            </a:bodyPr>
            <a:lstStyle/>
            <a:p>
              <a:pPr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6E71EF-2E1C-C744-0AAC-A9F8D995735E}"/>
                </a:ext>
              </a:extLst>
            </p:cNvPr>
            <p:cNvSpPr/>
            <p:nvPr/>
          </p:nvSpPr>
          <p:spPr>
            <a:xfrm>
              <a:off x="17154228" y="10855742"/>
              <a:ext cx="10923743" cy="1435608"/>
            </a:xfrm>
            <a:custGeom>
              <a:avLst/>
              <a:gdLst>
                <a:gd name="csX0" fmla="*/ 0 w 10923743"/>
                <a:gd name="csY0" fmla="*/ 166101 h 1661010"/>
                <a:gd name="csX1" fmla="*/ 166101 w 10923743"/>
                <a:gd name="csY1" fmla="*/ 0 h 1661010"/>
                <a:gd name="csX2" fmla="*/ 10757642 w 10923743"/>
                <a:gd name="csY2" fmla="*/ 0 h 1661010"/>
                <a:gd name="csX3" fmla="*/ 10923743 w 10923743"/>
                <a:gd name="csY3" fmla="*/ 166101 h 1661010"/>
                <a:gd name="csX4" fmla="*/ 10923743 w 10923743"/>
                <a:gd name="csY4" fmla="*/ 1494909 h 1661010"/>
                <a:gd name="csX5" fmla="*/ 10757642 w 10923743"/>
                <a:gd name="csY5" fmla="*/ 1661010 h 1661010"/>
                <a:gd name="csX6" fmla="*/ 166101 w 10923743"/>
                <a:gd name="csY6" fmla="*/ 1661010 h 1661010"/>
                <a:gd name="csX7" fmla="*/ 0 w 10923743"/>
                <a:gd name="csY7" fmla="*/ 1494909 h 1661010"/>
                <a:gd name="csX8" fmla="*/ 0 w 10923743"/>
                <a:gd name="csY8" fmla="*/ 166101 h 16610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23743" h="1661010">
                  <a:moveTo>
                    <a:pt x="0" y="166101"/>
                  </a:moveTo>
                  <a:cubicBezTo>
                    <a:pt x="0" y="74366"/>
                    <a:pt x="74366" y="0"/>
                    <a:pt x="166101" y="0"/>
                  </a:cubicBezTo>
                  <a:lnTo>
                    <a:pt x="10757642" y="0"/>
                  </a:lnTo>
                  <a:cubicBezTo>
                    <a:pt x="10849377" y="0"/>
                    <a:pt x="10923743" y="74366"/>
                    <a:pt x="10923743" y="166101"/>
                  </a:cubicBezTo>
                  <a:lnTo>
                    <a:pt x="10923743" y="1494909"/>
                  </a:lnTo>
                  <a:cubicBezTo>
                    <a:pt x="10923743" y="1586644"/>
                    <a:pt x="10849377" y="1661010"/>
                    <a:pt x="10757642" y="1661010"/>
                  </a:cubicBezTo>
                  <a:lnTo>
                    <a:pt x="166101" y="1661010"/>
                  </a:lnTo>
                  <a:cubicBezTo>
                    <a:pt x="74366" y="1661010"/>
                    <a:pt x="0" y="1586644"/>
                    <a:pt x="0" y="1494909"/>
                  </a:cubicBezTo>
                  <a:lnTo>
                    <a:pt x="0" y="166101"/>
                  </a:lnTo>
                  <a:close/>
                </a:path>
              </a:pathLst>
            </a:custGeom>
            <a:solidFill>
              <a:srgbClr val="DCEAF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9031" tIns="99031" rIns="1508982" bIns="99031" numCol="1" spcCol="1270" anchor="ctr" anchorCtr="0">
              <a:noAutofit/>
            </a:bodyPr>
            <a:lstStyle/>
            <a:p>
              <a:pPr defTabSz="75412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9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C869F26-D075-2977-E3B0-51AD8FDB3BA4}"/>
                </a:ext>
              </a:extLst>
            </p:cNvPr>
            <p:cNvSpPr/>
            <p:nvPr/>
          </p:nvSpPr>
          <p:spPr>
            <a:xfrm>
              <a:off x="24578670" y="6400938"/>
              <a:ext cx="1079656" cy="1079656"/>
            </a:xfrm>
            <a:custGeom>
              <a:avLst/>
              <a:gdLst>
                <a:gd name="csX0" fmla="*/ 0 w 1079656"/>
                <a:gd name="csY0" fmla="*/ 593811 h 1079656"/>
                <a:gd name="csX1" fmla="*/ 242923 w 1079656"/>
                <a:gd name="csY1" fmla="*/ 593811 h 1079656"/>
                <a:gd name="csX2" fmla="*/ 242923 w 1079656"/>
                <a:gd name="csY2" fmla="*/ 0 h 1079656"/>
                <a:gd name="csX3" fmla="*/ 836733 w 1079656"/>
                <a:gd name="csY3" fmla="*/ 0 h 1079656"/>
                <a:gd name="csX4" fmla="*/ 836733 w 1079656"/>
                <a:gd name="csY4" fmla="*/ 593811 h 1079656"/>
                <a:gd name="csX5" fmla="*/ 1079656 w 1079656"/>
                <a:gd name="csY5" fmla="*/ 593811 h 1079656"/>
                <a:gd name="csX6" fmla="*/ 539828 w 1079656"/>
                <a:gd name="csY6" fmla="*/ 1079656 h 1079656"/>
                <a:gd name="csX7" fmla="*/ 0 w 1079656"/>
                <a:gd name="csY7" fmla="*/ 593811 h 1079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79656" h="1079656">
                  <a:moveTo>
                    <a:pt x="0" y="593811"/>
                  </a:moveTo>
                  <a:lnTo>
                    <a:pt x="242923" y="593811"/>
                  </a:lnTo>
                  <a:lnTo>
                    <a:pt x="242923" y="0"/>
                  </a:lnTo>
                  <a:lnTo>
                    <a:pt x="836733" y="0"/>
                  </a:lnTo>
                  <a:lnTo>
                    <a:pt x="836733" y="593811"/>
                  </a:lnTo>
                  <a:lnTo>
                    <a:pt x="1079656" y="593811"/>
                  </a:lnTo>
                  <a:lnTo>
                    <a:pt x="539828" y="1079656"/>
                  </a:lnTo>
                  <a:lnTo>
                    <a:pt x="0" y="593811"/>
                  </a:lnTo>
                  <a:close/>
                </a:path>
              </a:pathLst>
            </a:custGeom>
            <a:solidFill>
              <a:srgbClr val="C0000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4045" tIns="32320" rIns="204045" bIns="221218" numCol="1" spcCol="1270" anchor="ctr" anchorCtr="0">
              <a:noAutofit/>
            </a:bodyPr>
            <a:lstStyle/>
            <a:p>
              <a:pPr algn="ctr" defTabSz="113118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545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84F18F6-508B-37C3-A50A-7448EFF04E30}"/>
                </a:ext>
              </a:extLst>
            </p:cNvPr>
            <p:cNvSpPr/>
            <p:nvPr/>
          </p:nvSpPr>
          <p:spPr>
            <a:xfrm>
              <a:off x="25493534" y="8225049"/>
              <a:ext cx="1079656" cy="1079656"/>
            </a:xfrm>
            <a:custGeom>
              <a:avLst/>
              <a:gdLst>
                <a:gd name="csX0" fmla="*/ 0 w 1079656"/>
                <a:gd name="csY0" fmla="*/ 593811 h 1079656"/>
                <a:gd name="csX1" fmla="*/ 242923 w 1079656"/>
                <a:gd name="csY1" fmla="*/ 593811 h 1079656"/>
                <a:gd name="csX2" fmla="*/ 242923 w 1079656"/>
                <a:gd name="csY2" fmla="*/ 0 h 1079656"/>
                <a:gd name="csX3" fmla="*/ 836733 w 1079656"/>
                <a:gd name="csY3" fmla="*/ 0 h 1079656"/>
                <a:gd name="csX4" fmla="*/ 836733 w 1079656"/>
                <a:gd name="csY4" fmla="*/ 593811 h 1079656"/>
                <a:gd name="csX5" fmla="*/ 1079656 w 1079656"/>
                <a:gd name="csY5" fmla="*/ 593811 h 1079656"/>
                <a:gd name="csX6" fmla="*/ 539828 w 1079656"/>
                <a:gd name="csY6" fmla="*/ 1079656 h 1079656"/>
                <a:gd name="csX7" fmla="*/ 0 w 1079656"/>
                <a:gd name="csY7" fmla="*/ 593811 h 1079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79656" h="1079656">
                  <a:moveTo>
                    <a:pt x="0" y="593811"/>
                  </a:moveTo>
                  <a:lnTo>
                    <a:pt x="242923" y="593811"/>
                  </a:lnTo>
                  <a:lnTo>
                    <a:pt x="242923" y="0"/>
                  </a:lnTo>
                  <a:lnTo>
                    <a:pt x="836733" y="0"/>
                  </a:lnTo>
                  <a:lnTo>
                    <a:pt x="836733" y="593811"/>
                  </a:lnTo>
                  <a:lnTo>
                    <a:pt x="1079656" y="593811"/>
                  </a:lnTo>
                  <a:lnTo>
                    <a:pt x="539828" y="1079656"/>
                  </a:lnTo>
                  <a:lnTo>
                    <a:pt x="0" y="593811"/>
                  </a:lnTo>
                  <a:close/>
                </a:path>
              </a:pathLst>
            </a:custGeom>
            <a:solidFill>
              <a:srgbClr val="C0000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4045" tIns="32320" rIns="204045" bIns="221218" numCol="1" spcCol="1270" anchor="ctr" anchorCtr="0">
              <a:noAutofit/>
            </a:bodyPr>
            <a:lstStyle/>
            <a:p>
              <a:pPr algn="ctr" defTabSz="113118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545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7B130B7-E602-5439-ECBB-D0C6D6E40712}"/>
                </a:ext>
              </a:extLst>
            </p:cNvPr>
            <p:cNvSpPr/>
            <p:nvPr/>
          </p:nvSpPr>
          <p:spPr>
            <a:xfrm>
              <a:off x="26394742" y="10060738"/>
              <a:ext cx="1079656" cy="1079656"/>
            </a:xfrm>
            <a:custGeom>
              <a:avLst/>
              <a:gdLst>
                <a:gd name="csX0" fmla="*/ 0 w 1079656"/>
                <a:gd name="csY0" fmla="*/ 593811 h 1079656"/>
                <a:gd name="csX1" fmla="*/ 242923 w 1079656"/>
                <a:gd name="csY1" fmla="*/ 593811 h 1079656"/>
                <a:gd name="csX2" fmla="*/ 242923 w 1079656"/>
                <a:gd name="csY2" fmla="*/ 0 h 1079656"/>
                <a:gd name="csX3" fmla="*/ 836733 w 1079656"/>
                <a:gd name="csY3" fmla="*/ 0 h 1079656"/>
                <a:gd name="csX4" fmla="*/ 836733 w 1079656"/>
                <a:gd name="csY4" fmla="*/ 593811 h 1079656"/>
                <a:gd name="csX5" fmla="*/ 1079656 w 1079656"/>
                <a:gd name="csY5" fmla="*/ 593811 h 1079656"/>
                <a:gd name="csX6" fmla="*/ 539828 w 1079656"/>
                <a:gd name="csY6" fmla="*/ 1079656 h 1079656"/>
                <a:gd name="csX7" fmla="*/ 0 w 1079656"/>
                <a:gd name="csY7" fmla="*/ 593811 h 10796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79656" h="1079656">
                  <a:moveTo>
                    <a:pt x="0" y="593811"/>
                  </a:moveTo>
                  <a:lnTo>
                    <a:pt x="242923" y="593811"/>
                  </a:lnTo>
                  <a:lnTo>
                    <a:pt x="242923" y="0"/>
                  </a:lnTo>
                  <a:lnTo>
                    <a:pt x="836733" y="0"/>
                  </a:lnTo>
                  <a:lnTo>
                    <a:pt x="836733" y="593811"/>
                  </a:lnTo>
                  <a:lnTo>
                    <a:pt x="1079656" y="593811"/>
                  </a:lnTo>
                  <a:lnTo>
                    <a:pt x="539828" y="1079656"/>
                  </a:lnTo>
                  <a:lnTo>
                    <a:pt x="0" y="593811"/>
                  </a:lnTo>
                  <a:close/>
                </a:path>
              </a:pathLst>
            </a:custGeom>
            <a:solidFill>
              <a:srgbClr val="C0000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4045" tIns="32320" rIns="204045" bIns="221218" numCol="1" spcCol="1270" anchor="ctr" anchorCtr="0">
              <a:noAutofit/>
            </a:bodyPr>
            <a:lstStyle/>
            <a:p>
              <a:pPr algn="ctr" defTabSz="113118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545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AE3E493-5750-36F7-E3E5-4049C0C71ABD}"/>
                </a:ext>
              </a:extLst>
            </p:cNvPr>
            <p:cNvSpPr txBox="1"/>
            <p:nvPr/>
          </p:nvSpPr>
          <p:spPr>
            <a:xfrm>
              <a:off x="14874465" y="5444358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1: Basic Foundations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Develop a backend server, database, and basic API endpoints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Build an Android app with a login system, user interface and navigation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B23EB9E-8D49-BCFE-A04D-143DE38B7E81}"/>
                </a:ext>
              </a:extLst>
            </p:cNvPr>
            <p:cNvSpPr txBox="1"/>
            <p:nvPr/>
          </p:nvSpPr>
          <p:spPr>
            <a:xfrm>
              <a:off x="15789328" y="7255705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2: Core Features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OCR registration flow, NFC UID capture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Password and email login, one-card-per-account system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63C26054-CA87-BE25-6703-C8D266853F99}"/>
                </a:ext>
              </a:extLst>
            </p:cNvPr>
            <p:cNvSpPr txBox="1"/>
            <p:nvPr/>
          </p:nvSpPr>
          <p:spPr>
            <a:xfrm>
              <a:off x="16690537" y="9102968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3: HCE Integration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Implement HCE service to emulate card’s UID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Integrate “Simulate Access” feature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EA3ECF4D-23E4-E625-4748-10D4F806B2A9}"/>
                </a:ext>
              </a:extLst>
            </p:cNvPr>
            <p:cNvSpPr txBox="1"/>
            <p:nvPr/>
          </p:nvSpPr>
          <p:spPr>
            <a:xfrm>
              <a:off x="17294109" y="10973383"/>
              <a:ext cx="10643980" cy="1238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sz="1697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Module 4: Testing &amp; Polishing</a:t>
              </a:r>
              <a:r>
                <a:rPr lang="en-US" sz="1697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End-to-end testing, security auditing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User testing, documentation</a:t>
              </a:r>
            </a:p>
          </p:txBody>
        </p:sp>
      </p:grp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4DE4EC78-6EA4-5DE5-F581-2C74CEEC0B41}"/>
              </a:ext>
            </a:extLst>
          </p:cNvPr>
          <p:cNvSpPr/>
          <p:nvPr/>
        </p:nvSpPr>
        <p:spPr>
          <a:xfrm>
            <a:off x="10201462" y="14102317"/>
            <a:ext cx="9867717" cy="5442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rgbClr val="156082"/>
              </a:solidFill>
            </a:endParaRPr>
          </a:p>
        </p:txBody>
      </p:sp>
      <p:sp>
        <p:nvSpPr>
          <p:cNvPr id="1027" name="Rectangle: Single Corner Snipped 1026">
            <a:extLst>
              <a:ext uri="{FF2B5EF4-FFF2-40B4-BE49-F238E27FC236}">
                <a16:creationId xmlns:a16="http://schemas.microsoft.com/office/drawing/2014/main" id="{7DF5744F-6391-964A-4D73-3D58CE4AFCA6}"/>
              </a:ext>
            </a:extLst>
          </p:cNvPr>
          <p:cNvSpPr/>
          <p:nvPr/>
        </p:nvSpPr>
        <p:spPr>
          <a:xfrm>
            <a:off x="10199777" y="13507978"/>
            <a:ext cx="9867717" cy="594339"/>
          </a:xfrm>
          <a:prstGeom prst="snip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62" b="1" dirty="0"/>
              <a:t>TESTING &amp; EVALUATION</a:t>
            </a:r>
            <a:endParaRPr lang="en-US" sz="2262" b="1" dirty="0">
              <a:solidFill>
                <a:srgbClr val="156082"/>
              </a:solidFill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41C2AF9-EDEE-554B-E7F7-D96A58BD69F8}"/>
              </a:ext>
            </a:extLst>
          </p:cNvPr>
          <p:cNvGrpSpPr/>
          <p:nvPr/>
        </p:nvGrpSpPr>
        <p:grpSpPr>
          <a:xfrm>
            <a:off x="10433905" y="14269709"/>
            <a:ext cx="9402832" cy="5107830"/>
            <a:chOff x="14748870" y="20159762"/>
            <a:chExt cx="13301261" cy="7225544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3BBE82F-E421-AF75-D858-8D396044034B}"/>
                </a:ext>
              </a:extLst>
            </p:cNvPr>
            <p:cNvGrpSpPr/>
            <p:nvPr/>
          </p:nvGrpSpPr>
          <p:grpSpPr>
            <a:xfrm>
              <a:off x="14748870" y="25126738"/>
              <a:ext cx="13301261" cy="2258568"/>
              <a:chOff x="14735075" y="25126738"/>
              <a:chExt cx="13301261" cy="2258568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85293844-120D-49AF-A34B-15E2D958D064}"/>
                  </a:ext>
                </a:extLst>
              </p:cNvPr>
              <p:cNvGrpSpPr/>
              <p:nvPr/>
            </p:nvGrpSpPr>
            <p:grpSpPr>
              <a:xfrm>
                <a:off x="21571528" y="25127712"/>
                <a:ext cx="6464808" cy="2255953"/>
                <a:chOff x="16130403" y="25220494"/>
                <a:chExt cx="6464808" cy="2255953"/>
              </a:xfrm>
            </p:grpSpPr>
            <p:sp>
              <p:nvSpPr>
                <p:cNvPr id="1041" name="Freeform: Shape 1040">
                  <a:extLst>
                    <a:ext uri="{FF2B5EF4-FFF2-40B4-BE49-F238E27FC236}">
                      <a16:creationId xmlns:a16="http://schemas.microsoft.com/office/drawing/2014/main" id="{02F93E9C-DB13-8B94-A934-9AD17DE52F43}"/>
                    </a:ext>
                  </a:extLst>
                </p:cNvPr>
                <p:cNvSpPr/>
                <p:nvPr/>
              </p:nvSpPr>
              <p:spPr>
                <a:xfrm>
                  <a:off x="16130403" y="25220494"/>
                  <a:ext cx="6464808" cy="2255953"/>
                </a:xfrm>
                <a:custGeom>
                  <a:avLst/>
                  <a:gdLst>
                    <a:gd name="csX0" fmla="*/ 0 w 12686331"/>
                    <a:gd name="csY0" fmla="*/ 130130 h 1301299"/>
                    <a:gd name="csX1" fmla="*/ 130130 w 12686331"/>
                    <a:gd name="csY1" fmla="*/ 0 h 1301299"/>
                    <a:gd name="csX2" fmla="*/ 12556201 w 12686331"/>
                    <a:gd name="csY2" fmla="*/ 0 h 1301299"/>
                    <a:gd name="csX3" fmla="*/ 12686331 w 12686331"/>
                    <a:gd name="csY3" fmla="*/ 130130 h 1301299"/>
                    <a:gd name="csX4" fmla="*/ 12686331 w 12686331"/>
                    <a:gd name="csY4" fmla="*/ 1171169 h 1301299"/>
                    <a:gd name="csX5" fmla="*/ 12556201 w 12686331"/>
                    <a:gd name="csY5" fmla="*/ 1301299 h 1301299"/>
                    <a:gd name="csX6" fmla="*/ 130130 w 12686331"/>
                    <a:gd name="csY6" fmla="*/ 1301299 h 1301299"/>
                    <a:gd name="csX7" fmla="*/ 0 w 12686331"/>
                    <a:gd name="csY7" fmla="*/ 1171169 h 1301299"/>
                    <a:gd name="csX8" fmla="*/ 0 w 12686331"/>
                    <a:gd name="csY8" fmla="*/ 130130 h 13012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86331" h="1301299">
                      <a:moveTo>
                        <a:pt x="0" y="130130"/>
                      </a:moveTo>
                      <a:cubicBezTo>
                        <a:pt x="0" y="58261"/>
                        <a:pt x="58261" y="0"/>
                        <a:pt x="130130" y="0"/>
                      </a:cubicBezTo>
                      <a:lnTo>
                        <a:pt x="12556201" y="0"/>
                      </a:lnTo>
                      <a:cubicBezTo>
                        <a:pt x="12628070" y="0"/>
                        <a:pt x="12686331" y="58261"/>
                        <a:pt x="12686331" y="130130"/>
                      </a:cubicBezTo>
                      <a:lnTo>
                        <a:pt x="12686331" y="1171169"/>
                      </a:lnTo>
                      <a:cubicBezTo>
                        <a:pt x="12686331" y="1243038"/>
                        <a:pt x="12628070" y="1301299"/>
                        <a:pt x="12556201" y="1301299"/>
                      </a:cubicBezTo>
                      <a:lnTo>
                        <a:pt x="130130" y="1301299"/>
                      </a:lnTo>
                      <a:cubicBezTo>
                        <a:pt x="58261" y="1301299"/>
                        <a:pt x="0" y="1243038"/>
                        <a:pt x="0" y="1171169"/>
                      </a:cubicBezTo>
                      <a:lnTo>
                        <a:pt x="0" y="130130"/>
                      </a:lnTo>
                      <a:close/>
                    </a:path>
                  </a:pathLst>
                </a:custGeom>
                <a:solidFill>
                  <a:srgbClr val="DCEA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950257" tIns="64640" rIns="64641" bIns="64640" numCol="1" spcCol="1270" anchor="ctr" anchorCtr="0">
                  <a:noAutofit/>
                </a:bodyPr>
                <a:lstStyle/>
                <a:p>
                  <a:pPr defTabSz="75412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697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4" name="TextBox 1053">
                  <a:extLst>
                    <a:ext uri="{FF2B5EF4-FFF2-40B4-BE49-F238E27FC236}">
                      <a16:creationId xmlns:a16="http://schemas.microsoft.com/office/drawing/2014/main" id="{DAF0784B-9404-2957-8718-ECC8D963BCF8}"/>
                    </a:ext>
                  </a:extLst>
                </p:cNvPr>
                <p:cNvSpPr txBox="1"/>
                <p:nvPr/>
              </p:nvSpPr>
              <p:spPr>
                <a:xfrm>
                  <a:off x="17821173" y="25378975"/>
                  <a:ext cx="4748821" cy="1977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697" b="1" dirty="0">
                      <a:solidFill>
                        <a:srgbClr val="156082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Performance Evaluation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Evaluate the system’s speed and reliability under heavy use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Simulate multiple users and long usage periods</a:t>
                  </a:r>
                </a:p>
              </p:txBody>
            </p: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29A55BF1-F1D5-AAE2-9408-A0D4A2B29205}"/>
                    </a:ext>
                  </a:extLst>
                </p:cNvPr>
                <p:cNvGrpSpPr/>
                <p:nvPr/>
              </p:nvGrpSpPr>
              <p:grpSpPr>
                <a:xfrm>
                  <a:off x="16260531" y="25580374"/>
                  <a:ext cx="1335837" cy="1536192"/>
                  <a:chOff x="16260531" y="25226590"/>
                  <a:chExt cx="1335837" cy="1536192"/>
                </a:xfrm>
              </p:grpSpPr>
              <p:sp>
                <p:nvSpPr>
                  <p:cNvPr id="1042" name="Rectangle: Rounded Corners 1041">
                    <a:extLst>
                      <a:ext uri="{FF2B5EF4-FFF2-40B4-BE49-F238E27FC236}">
                        <a16:creationId xmlns:a16="http://schemas.microsoft.com/office/drawing/2014/main" id="{0776F2B6-BE16-F075-A5D3-49952D95EF1D}"/>
                      </a:ext>
                    </a:extLst>
                  </p:cNvPr>
                  <p:cNvSpPr/>
                  <p:nvPr/>
                </p:nvSpPr>
                <p:spPr>
                  <a:xfrm>
                    <a:off x="16260531" y="25226590"/>
                    <a:ext cx="1335837" cy="1536192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 sz="900" dirty="0"/>
                  </a:p>
                </p:txBody>
              </p:sp>
              <p:pic>
                <p:nvPicPr>
                  <p:cNvPr id="1121" name="Graphic 1120" descr="Gauge with solid fill">
                    <a:extLst>
                      <a:ext uri="{FF2B5EF4-FFF2-40B4-BE49-F238E27FC236}">
                        <a16:creationId xmlns:a16="http://schemas.microsoft.com/office/drawing/2014/main" id="{DA9AB18A-C10B-A2B7-F842-7B8989A9A9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96DAC541-7B7A-43D3-8B79-37D633B846F1}">
                        <asvg:svgBlip xmlns:asvg="http://schemas.microsoft.com/office/drawing/2016/SVG/main" r:embed="rId2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471249" y="25537486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2F16B8A9-5C07-79D3-22FD-874C0A751D44}"/>
                  </a:ext>
                </a:extLst>
              </p:cNvPr>
              <p:cNvGrpSpPr/>
              <p:nvPr/>
            </p:nvGrpSpPr>
            <p:grpSpPr>
              <a:xfrm>
                <a:off x="14735075" y="25126738"/>
                <a:ext cx="6464808" cy="2258568"/>
                <a:chOff x="16130403" y="23134274"/>
                <a:chExt cx="6464808" cy="2258568"/>
              </a:xfrm>
            </p:grpSpPr>
            <p:sp>
              <p:nvSpPr>
                <p:cNvPr id="1039" name="Freeform: Shape 1038">
                  <a:extLst>
                    <a:ext uri="{FF2B5EF4-FFF2-40B4-BE49-F238E27FC236}">
                      <a16:creationId xmlns:a16="http://schemas.microsoft.com/office/drawing/2014/main" id="{53199822-7312-D7D1-505F-9585B4A86D07}"/>
                    </a:ext>
                  </a:extLst>
                </p:cNvPr>
                <p:cNvSpPr/>
                <p:nvPr/>
              </p:nvSpPr>
              <p:spPr>
                <a:xfrm>
                  <a:off x="16130403" y="23134274"/>
                  <a:ext cx="6464808" cy="2258568"/>
                </a:xfrm>
                <a:custGeom>
                  <a:avLst/>
                  <a:gdLst>
                    <a:gd name="csX0" fmla="*/ 0 w 12686331"/>
                    <a:gd name="csY0" fmla="*/ 130130 h 1301299"/>
                    <a:gd name="csX1" fmla="*/ 130130 w 12686331"/>
                    <a:gd name="csY1" fmla="*/ 0 h 1301299"/>
                    <a:gd name="csX2" fmla="*/ 12556201 w 12686331"/>
                    <a:gd name="csY2" fmla="*/ 0 h 1301299"/>
                    <a:gd name="csX3" fmla="*/ 12686331 w 12686331"/>
                    <a:gd name="csY3" fmla="*/ 130130 h 1301299"/>
                    <a:gd name="csX4" fmla="*/ 12686331 w 12686331"/>
                    <a:gd name="csY4" fmla="*/ 1171169 h 1301299"/>
                    <a:gd name="csX5" fmla="*/ 12556201 w 12686331"/>
                    <a:gd name="csY5" fmla="*/ 1301299 h 1301299"/>
                    <a:gd name="csX6" fmla="*/ 130130 w 12686331"/>
                    <a:gd name="csY6" fmla="*/ 1301299 h 1301299"/>
                    <a:gd name="csX7" fmla="*/ 0 w 12686331"/>
                    <a:gd name="csY7" fmla="*/ 1171169 h 1301299"/>
                    <a:gd name="csX8" fmla="*/ 0 w 12686331"/>
                    <a:gd name="csY8" fmla="*/ 130130 h 13012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86331" h="1301299">
                      <a:moveTo>
                        <a:pt x="0" y="130130"/>
                      </a:moveTo>
                      <a:cubicBezTo>
                        <a:pt x="0" y="58261"/>
                        <a:pt x="58261" y="0"/>
                        <a:pt x="130130" y="0"/>
                      </a:cubicBezTo>
                      <a:lnTo>
                        <a:pt x="12556201" y="0"/>
                      </a:lnTo>
                      <a:cubicBezTo>
                        <a:pt x="12628070" y="0"/>
                        <a:pt x="12686331" y="58261"/>
                        <a:pt x="12686331" y="130130"/>
                      </a:cubicBezTo>
                      <a:lnTo>
                        <a:pt x="12686331" y="1171169"/>
                      </a:lnTo>
                      <a:cubicBezTo>
                        <a:pt x="12686331" y="1243038"/>
                        <a:pt x="12628070" y="1301299"/>
                        <a:pt x="12556201" y="1301299"/>
                      </a:cubicBezTo>
                      <a:lnTo>
                        <a:pt x="130130" y="1301299"/>
                      </a:lnTo>
                      <a:cubicBezTo>
                        <a:pt x="58261" y="1301299"/>
                        <a:pt x="0" y="1243038"/>
                        <a:pt x="0" y="1171169"/>
                      </a:cubicBezTo>
                      <a:lnTo>
                        <a:pt x="0" y="130130"/>
                      </a:lnTo>
                      <a:close/>
                    </a:path>
                  </a:pathLst>
                </a:custGeom>
                <a:solidFill>
                  <a:srgbClr val="DCEA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950257" tIns="64640" rIns="64641" bIns="64640" numCol="1" spcCol="1270" anchor="ctr" anchorCtr="0">
                  <a:noAutofit/>
                </a:bodyPr>
                <a:lstStyle/>
                <a:p>
                  <a:pPr defTabSz="75412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697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3" name="TextBox 1052">
                  <a:extLst>
                    <a:ext uri="{FF2B5EF4-FFF2-40B4-BE49-F238E27FC236}">
                      <a16:creationId xmlns:a16="http://schemas.microsoft.com/office/drawing/2014/main" id="{9FC52B5C-517D-86A4-E0FD-E523E6D4E084}"/>
                    </a:ext>
                  </a:extLst>
                </p:cNvPr>
                <p:cNvSpPr txBox="1"/>
                <p:nvPr/>
              </p:nvSpPr>
              <p:spPr>
                <a:xfrm>
                  <a:off x="17821174" y="23294062"/>
                  <a:ext cx="4727273" cy="1977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697" b="1" dirty="0">
                      <a:solidFill>
                        <a:srgbClr val="156082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Usability Testing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Let students use the app and give feedback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Measure ease of use, speed, and satisfaction</a:t>
                  </a:r>
                </a:p>
              </p:txBody>
            </p: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E40F6577-D14A-AE26-8262-B5912133E8C3}"/>
                    </a:ext>
                  </a:extLst>
                </p:cNvPr>
                <p:cNvGrpSpPr/>
                <p:nvPr/>
              </p:nvGrpSpPr>
              <p:grpSpPr>
                <a:xfrm>
                  <a:off x="16260531" y="23495462"/>
                  <a:ext cx="1335837" cy="1536192"/>
                  <a:chOff x="16260531" y="23253841"/>
                  <a:chExt cx="1335837" cy="1536192"/>
                </a:xfrm>
              </p:grpSpPr>
              <p:sp>
                <p:nvSpPr>
                  <p:cNvPr id="1040" name="Rectangle: Rounded Corners 1039">
                    <a:extLst>
                      <a:ext uri="{FF2B5EF4-FFF2-40B4-BE49-F238E27FC236}">
                        <a16:creationId xmlns:a16="http://schemas.microsoft.com/office/drawing/2014/main" id="{63721BB7-DB25-C39D-715A-BD9A6F5CB378}"/>
                      </a:ext>
                    </a:extLst>
                  </p:cNvPr>
                  <p:cNvSpPr/>
                  <p:nvPr/>
                </p:nvSpPr>
                <p:spPr>
                  <a:xfrm>
                    <a:off x="16260531" y="23253841"/>
                    <a:ext cx="1335837" cy="1536192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 sz="900"/>
                  </a:p>
                </p:txBody>
              </p:sp>
              <p:pic>
                <p:nvPicPr>
                  <p:cNvPr id="1123" name="Graphic 1122" descr="Users with solid fill">
                    <a:extLst>
                      <a:ext uri="{FF2B5EF4-FFF2-40B4-BE49-F238E27FC236}">
                        <a16:creationId xmlns:a16="http://schemas.microsoft.com/office/drawing/2014/main" id="{B5565A10-D02A-E609-42F5-3A3EEDD793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96DAC541-7B7A-43D3-8B79-37D633B846F1}">
                        <asvg:svgBlip xmlns:asvg="http://schemas.microsoft.com/office/drawing/2016/SVG/main" r:embed="rId2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471249" y="23564737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E255E811-C2F7-669D-9A57-A17A0FFE516D}"/>
                </a:ext>
              </a:extLst>
            </p:cNvPr>
            <p:cNvGrpSpPr/>
            <p:nvPr/>
          </p:nvGrpSpPr>
          <p:grpSpPr>
            <a:xfrm>
              <a:off x="14761431" y="22664957"/>
              <a:ext cx="13271372" cy="2258568"/>
              <a:chOff x="14776861" y="22357540"/>
              <a:chExt cx="13271372" cy="2258568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A9B1A883-CE48-0C80-01E9-B6E348389DF0}"/>
                  </a:ext>
                </a:extLst>
              </p:cNvPr>
              <p:cNvGrpSpPr/>
              <p:nvPr/>
            </p:nvGrpSpPr>
            <p:grpSpPr>
              <a:xfrm>
                <a:off x="14776861" y="22357540"/>
                <a:ext cx="6464808" cy="2258568"/>
                <a:chOff x="16130402" y="21201309"/>
                <a:chExt cx="6464808" cy="2258568"/>
              </a:xfrm>
            </p:grpSpPr>
            <p:sp>
              <p:nvSpPr>
                <p:cNvPr id="1037" name="Freeform: Shape 1036">
                  <a:extLst>
                    <a:ext uri="{FF2B5EF4-FFF2-40B4-BE49-F238E27FC236}">
                      <a16:creationId xmlns:a16="http://schemas.microsoft.com/office/drawing/2014/main" id="{BD179AC6-6DA5-A4D6-5DF3-BB9E6043E562}"/>
                    </a:ext>
                  </a:extLst>
                </p:cNvPr>
                <p:cNvSpPr/>
                <p:nvPr/>
              </p:nvSpPr>
              <p:spPr>
                <a:xfrm>
                  <a:off x="16130402" y="21201309"/>
                  <a:ext cx="6464808" cy="2258568"/>
                </a:xfrm>
                <a:custGeom>
                  <a:avLst/>
                  <a:gdLst>
                    <a:gd name="csX0" fmla="*/ 0 w 12686331"/>
                    <a:gd name="csY0" fmla="*/ 130130 h 1301299"/>
                    <a:gd name="csX1" fmla="*/ 130130 w 12686331"/>
                    <a:gd name="csY1" fmla="*/ 0 h 1301299"/>
                    <a:gd name="csX2" fmla="*/ 12556201 w 12686331"/>
                    <a:gd name="csY2" fmla="*/ 0 h 1301299"/>
                    <a:gd name="csX3" fmla="*/ 12686331 w 12686331"/>
                    <a:gd name="csY3" fmla="*/ 130130 h 1301299"/>
                    <a:gd name="csX4" fmla="*/ 12686331 w 12686331"/>
                    <a:gd name="csY4" fmla="*/ 1171169 h 1301299"/>
                    <a:gd name="csX5" fmla="*/ 12556201 w 12686331"/>
                    <a:gd name="csY5" fmla="*/ 1301299 h 1301299"/>
                    <a:gd name="csX6" fmla="*/ 130130 w 12686331"/>
                    <a:gd name="csY6" fmla="*/ 1301299 h 1301299"/>
                    <a:gd name="csX7" fmla="*/ 0 w 12686331"/>
                    <a:gd name="csY7" fmla="*/ 1171169 h 1301299"/>
                    <a:gd name="csX8" fmla="*/ 0 w 12686331"/>
                    <a:gd name="csY8" fmla="*/ 130130 h 13012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86331" h="1301299">
                      <a:moveTo>
                        <a:pt x="0" y="130130"/>
                      </a:moveTo>
                      <a:cubicBezTo>
                        <a:pt x="0" y="58261"/>
                        <a:pt x="58261" y="0"/>
                        <a:pt x="130130" y="0"/>
                      </a:cubicBezTo>
                      <a:lnTo>
                        <a:pt x="12556201" y="0"/>
                      </a:lnTo>
                      <a:cubicBezTo>
                        <a:pt x="12628070" y="0"/>
                        <a:pt x="12686331" y="58261"/>
                        <a:pt x="12686331" y="130130"/>
                      </a:cubicBezTo>
                      <a:lnTo>
                        <a:pt x="12686331" y="1171169"/>
                      </a:lnTo>
                      <a:cubicBezTo>
                        <a:pt x="12686331" y="1243038"/>
                        <a:pt x="12628070" y="1301299"/>
                        <a:pt x="12556201" y="1301299"/>
                      </a:cubicBezTo>
                      <a:lnTo>
                        <a:pt x="130130" y="1301299"/>
                      </a:lnTo>
                      <a:cubicBezTo>
                        <a:pt x="58261" y="1301299"/>
                        <a:pt x="0" y="1243038"/>
                        <a:pt x="0" y="1171169"/>
                      </a:cubicBezTo>
                      <a:lnTo>
                        <a:pt x="0" y="130130"/>
                      </a:lnTo>
                      <a:close/>
                    </a:path>
                  </a:pathLst>
                </a:custGeom>
                <a:solidFill>
                  <a:srgbClr val="DCEA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950257" tIns="64640" rIns="64641" bIns="64640" numCol="1" spcCol="1270" anchor="ctr" anchorCtr="0">
                  <a:noAutofit/>
                </a:bodyPr>
                <a:lstStyle/>
                <a:p>
                  <a:pPr defTabSz="75412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697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2" name="TextBox 1051">
                  <a:extLst>
                    <a:ext uri="{FF2B5EF4-FFF2-40B4-BE49-F238E27FC236}">
                      <a16:creationId xmlns:a16="http://schemas.microsoft.com/office/drawing/2014/main" id="{84063D4B-822D-ED25-FB8B-CA5C9BF94E90}"/>
                    </a:ext>
                  </a:extLst>
                </p:cNvPr>
                <p:cNvSpPr txBox="1"/>
                <p:nvPr/>
              </p:nvSpPr>
              <p:spPr>
                <a:xfrm>
                  <a:off x="17821175" y="21361097"/>
                  <a:ext cx="4731204" cy="1977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697" b="1" dirty="0">
                      <a:solidFill>
                        <a:srgbClr val="156082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Security Testing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Check how well the system protects user data and access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Test for unauthorized access, NFC cloning, and encryption</a:t>
                  </a:r>
                </a:p>
              </p:txBody>
            </p:sp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75F23FAF-FE00-45C6-C11A-7F34E044B619}"/>
                    </a:ext>
                  </a:extLst>
                </p:cNvPr>
                <p:cNvGrpSpPr/>
                <p:nvPr/>
              </p:nvGrpSpPr>
              <p:grpSpPr>
                <a:xfrm>
                  <a:off x="16260531" y="21562497"/>
                  <a:ext cx="1335837" cy="1536192"/>
                  <a:chOff x="16260531" y="21320875"/>
                  <a:chExt cx="1335837" cy="1536192"/>
                </a:xfrm>
              </p:grpSpPr>
              <p:sp>
                <p:nvSpPr>
                  <p:cNvPr id="1038" name="Rectangle: Rounded Corners 1037">
                    <a:extLst>
                      <a:ext uri="{FF2B5EF4-FFF2-40B4-BE49-F238E27FC236}">
                        <a16:creationId xmlns:a16="http://schemas.microsoft.com/office/drawing/2014/main" id="{3F20C429-268E-0184-D265-621D0AEF6A1F}"/>
                      </a:ext>
                    </a:extLst>
                  </p:cNvPr>
                  <p:cNvSpPr/>
                  <p:nvPr/>
                </p:nvSpPr>
                <p:spPr>
                  <a:xfrm>
                    <a:off x="16260531" y="21320875"/>
                    <a:ext cx="1335837" cy="1536192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 sz="900"/>
                  </a:p>
                </p:txBody>
              </p:sp>
              <p:pic>
                <p:nvPicPr>
                  <p:cNvPr id="1125" name="Graphic 1124" descr="Shield with solid fill">
                    <a:extLst>
                      <a:ext uri="{FF2B5EF4-FFF2-40B4-BE49-F238E27FC236}">
                        <a16:creationId xmlns:a16="http://schemas.microsoft.com/office/drawing/2014/main" id="{64C6FB1F-4866-8A56-A492-7A23AFA845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8">
                    <a:extLst>
                      <a:ext uri="{96DAC541-7B7A-43D3-8B79-37D633B846F1}">
                        <asvg:svgBlip xmlns:asvg="http://schemas.microsoft.com/office/drawing/2016/SVG/main" r:embed="rId2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334089" y="21494611"/>
                    <a:ext cx="1188720" cy="118872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0D41F2DB-96C2-03F2-EA65-BE7267333B37}"/>
                  </a:ext>
                </a:extLst>
              </p:cNvPr>
              <p:cNvGrpSpPr/>
              <p:nvPr/>
            </p:nvGrpSpPr>
            <p:grpSpPr>
              <a:xfrm>
                <a:off x="21583425" y="22357540"/>
                <a:ext cx="6464808" cy="2258568"/>
                <a:chOff x="16130402" y="19252130"/>
                <a:chExt cx="6464808" cy="2258568"/>
              </a:xfrm>
            </p:grpSpPr>
            <p:sp>
              <p:nvSpPr>
                <p:cNvPr id="1035" name="Freeform: Shape 1034">
                  <a:extLst>
                    <a:ext uri="{FF2B5EF4-FFF2-40B4-BE49-F238E27FC236}">
                      <a16:creationId xmlns:a16="http://schemas.microsoft.com/office/drawing/2014/main" id="{6857A8C1-6440-72D6-E443-F11679FF868E}"/>
                    </a:ext>
                  </a:extLst>
                </p:cNvPr>
                <p:cNvSpPr/>
                <p:nvPr/>
              </p:nvSpPr>
              <p:spPr>
                <a:xfrm>
                  <a:off x="16130402" y="19252130"/>
                  <a:ext cx="6464808" cy="2258568"/>
                </a:xfrm>
                <a:custGeom>
                  <a:avLst/>
                  <a:gdLst>
                    <a:gd name="csX0" fmla="*/ 0 w 12686331"/>
                    <a:gd name="csY0" fmla="*/ 130130 h 1301299"/>
                    <a:gd name="csX1" fmla="*/ 130130 w 12686331"/>
                    <a:gd name="csY1" fmla="*/ 0 h 1301299"/>
                    <a:gd name="csX2" fmla="*/ 12556201 w 12686331"/>
                    <a:gd name="csY2" fmla="*/ 0 h 1301299"/>
                    <a:gd name="csX3" fmla="*/ 12686331 w 12686331"/>
                    <a:gd name="csY3" fmla="*/ 130130 h 1301299"/>
                    <a:gd name="csX4" fmla="*/ 12686331 w 12686331"/>
                    <a:gd name="csY4" fmla="*/ 1171169 h 1301299"/>
                    <a:gd name="csX5" fmla="*/ 12556201 w 12686331"/>
                    <a:gd name="csY5" fmla="*/ 1301299 h 1301299"/>
                    <a:gd name="csX6" fmla="*/ 130130 w 12686331"/>
                    <a:gd name="csY6" fmla="*/ 1301299 h 1301299"/>
                    <a:gd name="csX7" fmla="*/ 0 w 12686331"/>
                    <a:gd name="csY7" fmla="*/ 1171169 h 1301299"/>
                    <a:gd name="csX8" fmla="*/ 0 w 12686331"/>
                    <a:gd name="csY8" fmla="*/ 130130 h 13012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86331" h="1301299">
                      <a:moveTo>
                        <a:pt x="0" y="130130"/>
                      </a:moveTo>
                      <a:cubicBezTo>
                        <a:pt x="0" y="58261"/>
                        <a:pt x="58261" y="0"/>
                        <a:pt x="130130" y="0"/>
                      </a:cubicBezTo>
                      <a:lnTo>
                        <a:pt x="12556201" y="0"/>
                      </a:lnTo>
                      <a:cubicBezTo>
                        <a:pt x="12628070" y="0"/>
                        <a:pt x="12686331" y="58261"/>
                        <a:pt x="12686331" y="130130"/>
                      </a:cubicBezTo>
                      <a:lnTo>
                        <a:pt x="12686331" y="1171169"/>
                      </a:lnTo>
                      <a:cubicBezTo>
                        <a:pt x="12686331" y="1243038"/>
                        <a:pt x="12628070" y="1301299"/>
                        <a:pt x="12556201" y="1301299"/>
                      </a:cubicBezTo>
                      <a:lnTo>
                        <a:pt x="130130" y="1301299"/>
                      </a:lnTo>
                      <a:cubicBezTo>
                        <a:pt x="58261" y="1301299"/>
                        <a:pt x="0" y="1243038"/>
                        <a:pt x="0" y="1171169"/>
                      </a:cubicBezTo>
                      <a:lnTo>
                        <a:pt x="0" y="130130"/>
                      </a:lnTo>
                      <a:close/>
                    </a:path>
                  </a:pathLst>
                </a:custGeom>
                <a:solidFill>
                  <a:srgbClr val="DCEA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950257" tIns="64640" rIns="64641" bIns="64640" numCol="1" spcCol="1270" anchor="ctr" anchorCtr="0">
                  <a:noAutofit/>
                </a:bodyPr>
                <a:lstStyle/>
                <a:p>
                  <a:pPr defTabSz="75412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697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1" name="TextBox 1050">
                  <a:extLst>
                    <a:ext uri="{FF2B5EF4-FFF2-40B4-BE49-F238E27FC236}">
                      <a16:creationId xmlns:a16="http://schemas.microsoft.com/office/drawing/2014/main" id="{822CD530-5663-EBAB-E9DF-41216DD72AD7}"/>
                    </a:ext>
                  </a:extLst>
                </p:cNvPr>
                <p:cNvSpPr txBox="1"/>
                <p:nvPr/>
              </p:nvSpPr>
              <p:spPr>
                <a:xfrm>
                  <a:off x="17821176" y="19411918"/>
                  <a:ext cx="4690035" cy="1977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697" b="1" dirty="0">
                      <a:solidFill>
                        <a:srgbClr val="156082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System Testing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Test the full system in real-world scenarios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Try cases like valid/invalid users, lost devices, and no internet</a:t>
                  </a:r>
                  <a:endParaRPr lang="en-US" sz="1697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43B44A13-C425-9D60-E53F-3308D2E0B352}"/>
                    </a:ext>
                  </a:extLst>
                </p:cNvPr>
                <p:cNvGrpSpPr/>
                <p:nvPr/>
              </p:nvGrpSpPr>
              <p:grpSpPr>
                <a:xfrm>
                  <a:off x="16260531" y="19613318"/>
                  <a:ext cx="1335837" cy="1536192"/>
                  <a:chOff x="16260531" y="19371696"/>
                  <a:chExt cx="1335837" cy="1536192"/>
                </a:xfrm>
              </p:grpSpPr>
              <p:sp>
                <p:nvSpPr>
                  <p:cNvPr id="1036" name="Rectangle: Rounded Corners 1035">
                    <a:extLst>
                      <a:ext uri="{FF2B5EF4-FFF2-40B4-BE49-F238E27FC236}">
                        <a16:creationId xmlns:a16="http://schemas.microsoft.com/office/drawing/2014/main" id="{AD79CBDC-9EA0-CFB6-EF1C-F5413AB4E7BD}"/>
                      </a:ext>
                    </a:extLst>
                  </p:cNvPr>
                  <p:cNvSpPr/>
                  <p:nvPr/>
                </p:nvSpPr>
                <p:spPr>
                  <a:xfrm>
                    <a:off x="16260531" y="19371696"/>
                    <a:ext cx="1335837" cy="1536192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 sz="900"/>
                  </a:p>
                </p:txBody>
              </p:sp>
              <p:pic>
                <p:nvPicPr>
                  <p:cNvPr id="1127" name="Graphic 1126" descr="Network diagram with solid fill">
                    <a:extLst>
                      <a:ext uri="{FF2B5EF4-FFF2-40B4-BE49-F238E27FC236}">
                        <a16:creationId xmlns:a16="http://schemas.microsoft.com/office/drawing/2014/main" id="{3658ED78-FCFC-0D05-F018-C14BCB5919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0">
                    <a:extLst>
                      <a:ext uri="{96DAC541-7B7A-43D3-8B79-37D633B846F1}">
                        <asvg:svgBlip xmlns:asvg="http://schemas.microsoft.com/office/drawing/2016/SVG/main" r:embed="rId3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334089" y="19545432"/>
                    <a:ext cx="1188720" cy="1188720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48AEF825-7199-675D-3B95-962DA24760CD}"/>
                </a:ext>
              </a:extLst>
            </p:cNvPr>
            <p:cNvGrpSpPr/>
            <p:nvPr/>
          </p:nvGrpSpPr>
          <p:grpSpPr>
            <a:xfrm>
              <a:off x="14766051" y="20159762"/>
              <a:ext cx="13262132" cy="2258568"/>
              <a:chOff x="14770861" y="20868631"/>
              <a:chExt cx="13262132" cy="2258568"/>
            </a:xfrm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F9510153-4D2F-856C-B66C-98022D9E82D1}"/>
                  </a:ext>
                </a:extLst>
              </p:cNvPr>
              <p:cNvGrpSpPr/>
              <p:nvPr/>
            </p:nvGrpSpPr>
            <p:grpSpPr>
              <a:xfrm>
                <a:off x="21568185" y="20868631"/>
                <a:ext cx="6464808" cy="2258568"/>
                <a:chOff x="16130402" y="17291415"/>
                <a:chExt cx="6464808" cy="2258568"/>
              </a:xfrm>
            </p:grpSpPr>
            <p:sp>
              <p:nvSpPr>
                <p:cNvPr id="1033" name="Freeform: Shape 1032">
                  <a:extLst>
                    <a:ext uri="{FF2B5EF4-FFF2-40B4-BE49-F238E27FC236}">
                      <a16:creationId xmlns:a16="http://schemas.microsoft.com/office/drawing/2014/main" id="{2DB29881-8A3F-4954-D91D-2FB627C633E5}"/>
                    </a:ext>
                  </a:extLst>
                </p:cNvPr>
                <p:cNvSpPr/>
                <p:nvPr/>
              </p:nvSpPr>
              <p:spPr>
                <a:xfrm>
                  <a:off x="16130402" y="17291415"/>
                  <a:ext cx="6464808" cy="2258568"/>
                </a:xfrm>
                <a:custGeom>
                  <a:avLst/>
                  <a:gdLst>
                    <a:gd name="csX0" fmla="*/ 0 w 12686331"/>
                    <a:gd name="csY0" fmla="*/ 130130 h 1301299"/>
                    <a:gd name="csX1" fmla="*/ 130130 w 12686331"/>
                    <a:gd name="csY1" fmla="*/ 0 h 1301299"/>
                    <a:gd name="csX2" fmla="*/ 12556201 w 12686331"/>
                    <a:gd name="csY2" fmla="*/ 0 h 1301299"/>
                    <a:gd name="csX3" fmla="*/ 12686331 w 12686331"/>
                    <a:gd name="csY3" fmla="*/ 130130 h 1301299"/>
                    <a:gd name="csX4" fmla="*/ 12686331 w 12686331"/>
                    <a:gd name="csY4" fmla="*/ 1171169 h 1301299"/>
                    <a:gd name="csX5" fmla="*/ 12556201 w 12686331"/>
                    <a:gd name="csY5" fmla="*/ 1301299 h 1301299"/>
                    <a:gd name="csX6" fmla="*/ 130130 w 12686331"/>
                    <a:gd name="csY6" fmla="*/ 1301299 h 1301299"/>
                    <a:gd name="csX7" fmla="*/ 0 w 12686331"/>
                    <a:gd name="csY7" fmla="*/ 1171169 h 1301299"/>
                    <a:gd name="csX8" fmla="*/ 0 w 12686331"/>
                    <a:gd name="csY8" fmla="*/ 130130 h 13012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86331" h="1301299">
                      <a:moveTo>
                        <a:pt x="0" y="130130"/>
                      </a:moveTo>
                      <a:cubicBezTo>
                        <a:pt x="0" y="58261"/>
                        <a:pt x="58261" y="0"/>
                        <a:pt x="130130" y="0"/>
                      </a:cubicBezTo>
                      <a:lnTo>
                        <a:pt x="12556201" y="0"/>
                      </a:lnTo>
                      <a:cubicBezTo>
                        <a:pt x="12628070" y="0"/>
                        <a:pt x="12686331" y="58261"/>
                        <a:pt x="12686331" y="130130"/>
                      </a:cubicBezTo>
                      <a:lnTo>
                        <a:pt x="12686331" y="1171169"/>
                      </a:lnTo>
                      <a:cubicBezTo>
                        <a:pt x="12686331" y="1243038"/>
                        <a:pt x="12628070" y="1301299"/>
                        <a:pt x="12556201" y="1301299"/>
                      </a:cubicBezTo>
                      <a:lnTo>
                        <a:pt x="130130" y="1301299"/>
                      </a:lnTo>
                      <a:cubicBezTo>
                        <a:pt x="58261" y="1301299"/>
                        <a:pt x="0" y="1243038"/>
                        <a:pt x="0" y="1171169"/>
                      </a:cubicBezTo>
                      <a:lnTo>
                        <a:pt x="0" y="130130"/>
                      </a:lnTo>
                      <a:close/>
                    </a:path>
                  </a:pathLst>
                </a:custGeom>
                <a:solidFill>
                  <a:srgbClr val="DCEA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950257" tIns="64640" rIns="64641" bIns="64640" numCol="1" spcCol="1270" anchor="ctr" anchorCtr="0">
                  <a:noAutofit/>
                </a:bodyPr>
                <a:lstStyle/>
                <a:p>
                  <a:pPr defTabSz="75412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697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0" name="TextBox 1049">
                  <a:extLst>
                    <a:ext uri="{FF2B5EF4-FFF2-40B4-BE49-F238E27FC236}">
                      <a16:creationId xmlns:a16="http://schemas.microsoft.com/office/drawing/2014/main" id="{2D9942EC-B1FB-25C2-8A29-1FF0CCAD1693}"/>
                    </a:ext>
                  </a:extLst>
                </p:cNvPr>
                <p:cNvSpPr txBox="1"/>
                <p:nvPr/>
              </p:nvSpPr>
              <p:spPr>
                <a:xfrm>
                  <a:off x="17821175" y="17455289"/>
                  <a:ext cx="4774035" cy="1977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697" b="1" dirty="0">
                      <a:solidFill>
                        <a:srgbClr val="156082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Integration Testing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Combine all modules and test how they work together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Check communication between the app, server, and NFC reader</a:t>
                  </a:r>
                </a:p>
              </p:txBody>
            </p: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F2ABC701-A0EA-889D-D84B-7F762AD515EA}"/>
                    </a:ext>
                  </a:extLst>
                </p:cNvPr>
                <p:cNvGrpSpPr/>
                <p:nvPr/>
              </p:nvGrpSpPr>
              <p:grpSpPr>
                <a:xfrm>
                  <a:off x="16260531" y="17654450"/>
                  <a:ext cx="1335837" cy="1532498"/>
                  <a:chOff x="16260531" y="17412828"/>
                  <a:chExt cx="1335837" cy="1532498"/>
                </a:xfrm>
              </p:grpSpPr>
              <p:sp>
                <p:nvSpPr>
                  <p:cNvPr id="1034" name="Rectangle: Rounded Corners 1033">
                    <a:extLst>
                      <a:ext uri="{FF2B5EF4-FFF2-40B4-BE49-F238E27FC236}">
                        <a16:creationId xmlns:a16="http://schemas.microsoft.com/office/drawing/2014/main" id="{36EA6AA3-7DA4-43C6-8377-11E57AAA7B12}"/>
                      </a:ext>
                    </a:extLst>
                  </p:cNvPr>
                  <p:cNvSpPr/>
                  <p:nvPr/>
                </p:nvSpPr>
                <p:spPr>
                  <a:xfrm>
                    <a:off x="16260531" y="17412828"/>
                    <a:ext cx="1335837" cy="1532498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 sz="900"/>
                  </a:p>
                </p:txBody>
              </p:sp>
              <p:pic>
                <p:nvPicPr>
                  <p:cNvPr id="1129" name="Graphic 1128" descr="Gears with solid fill">
                    <a:extLst>
                      <a:ext uri="{FF2B5EF4-FFF2-40B4-BE49-F238E27FC236}">
                        <a16:creationId xmlns:a16="http://schemas.microsoft.com/office/drawing/2014/main" id="{7E4595B8-8E93-0842-81C0-C7ED99A078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2">
                    <a:extLst>
                      <a:ext uri="{96DAC541-7B7A-43D3-8B79-37D633B846F1}">
                        <asvg:svgBlip xmlns:asvg="http://schemas.microsoft.com/office/drawing/2016/SVG/main" r:embed="rId3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334089" y="17584717"/>
                    <a:ext cx="1188720" cy="118872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27ECC54-49C2-D0FE-771D-A28D9F4A324E}"/>
                  </a:ext>
                </a:extLst>
              </p:cNvPr>
              <p:cNvGrpSpPr/>
              <p:nvPr/>
            </p:nvGrpSpPr>
            <p:grpSpPr>
              <a:xfrm>
                <a:off x="14770861" y="20868631"/>
                <a:ext cx="6464808" cy="2258568"/>
                <a:chOff x="16130402" y="15322845"/>
                <a:chExt cx="6464808" cy="2258568"/>
              </a:xfrm>
            </p:grpSpPr>
            <p:sp>
              <p:nvSpPr>
                <p:cNvPr id="1031" name="Freeform: Shape 1030">
                  <a:extLst>
                    <a:ext uri="{FF2B5EF4-FFF2-40B4-BE49-F238E27FC236}">
                      <a16:creationId xmlns:a16="http://schemas.microsoft.com/office/drawing/2014/main" id="{64282C68-820B-0D69-4F49-21E86F2DC819}"/>
                    </a:ext>
                  </a:extLst>
                </p:cNvPr>
                <p:cNvSpPr/>
                <p:nvPr/>
              </p:nvSpPr>
              <p:spPr>
                <a:xfrm>
                  <a:off x="16130402" y="15322845"/>
                  <a:ext cx="6464808" cy="2258568"/>
                </a:xfrm>
                <a:custGeom>
                  <a:avLst/>
                  <a:gdLst>
                    <a:gd name="csX0" fmla="*/ 0 w 12686331"/>
                    <a:gd name="csY0" fmla="*/ 130130 h 1301299"/>
                    <a:gd name="csX1" fmla="*/ 130130 w 12686331"/>
                    <a:gd name="csY1" fmla="*/ 0 h 1301299"/>
                    <a:gd name="csX2" fmla="*/ 12556201 w 12686331"/>
                    <a:gd name="csY2" fmla="*/ 0 h 1301299"/>
                    <a:gd name="csX3" fmla="*/ 12686331 w 12686331"/>
                    <a:gd name="csY3" fmla="*/ 130130 h 1301299"/>
                    <a:gd name="csX4" fmla="*/ 12686331 w 12686331"/>
                    <a:gd name="csY4" fmla="*/ 1171169 h 1301299"/>
                    <a:gd name="csX5" fmla="*/ 12556201 w 12686331"/>
                    <a:gd name="csY5" fmla="*/ 1301299 h 1301299"/>
                    <a:gd name="csX6" fmla="*/ 130130 w 12686331"/>
                    <a:gd name="csY6" fmla="*/ 1301299 h 1301299"/>
                    <a:gd name="csX7" fmla="*/ 0 w 12686331"/>
                    <a:gd name="csY7" fmla="*/ 1171169 h 1301299"/>
                    <a:gd name="csX8" fmla="*/ 0 w 12686331"/>
                    <a:gd name="csY8" fmla="*/ 130130 h 13012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86331" h="1301299">
                      <a:moveTo>
                        <a:pt x="0" y="130130"/>
                      </a:moveTo>
                      <a:cubicBezTo>
                        <a:pt x="0" y="58261"/>
                        <a:pt x="58261" y="0"/>
                        <a:pt x="130130" y="0"/>
                      </a:cubicBezTo>
                      <a:lnTo>
                        <a:pt x="12556201" y="0"/>
                      </a:lnTo>
                      <a:cubicBezTo>
                        <a:pt x="12628070" y="0"/>
                        <a:pt x="12686331" y="58261"/>
                        <a:pt x="12686331" y="130130"/>
                      </a:cubicBezTo>
                      <a:lnTo>
                        <a:pt x="12686331" y="1171169"/>
                      </a:lnTo>
                      <a:cubicBezTo>
                        <a:pt x="12686331" y="1243038"/>
                        <a:pt x="12628070" y="1301299"/>
                        <a:pt x="12556201" y="1301299"/>
                      </a:cubicBezTo>
                      <a:lnTo>
                        <a:pt x="130130" y="1301299"/>
                      </a:lnTo>
                      <a:cubicBezTo>
                        <a:pt x="58261" y="1301299"/>
                        <a:pt x="0" y="1243038"/>
                        <a:pt x="0" y="1171169"/>
                      </a:cubicBezTo>
                      <a:lnTo>
                        <a:pt x="0" y="130130"/>
                      </a:lnTo>
                      <a:close/>
                    </a:path>
                  </a:pathLst>
                </a:custGeom>
                <a:solidFill>
                  <a:srgbClr val="DCEAF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950257" tIns="64640" rIns="64641" bIns="64640" numCol="1" spcCol="1270" anchor="ctr" anchorCtr="0">
                  <a:noAutofit/>
                </a:bodyPr>
                <a:lstStyle/>
                <a:p>
                  <a:pPr defTabSz="75412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en-US" sz="1697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48" name="TextBox 1047">
                  <a:extLst>
                    <a:ext uri="{FF2B5EF4-FFF2-40B4-BE49-F238E27FC236}">
                      <a16:creationId xmlns:a16="http://schemas.microsoft.com/office/drawing/2014/main" id="{32659BEB-C4CE-14EC-E1B8-15775472A5F9}"/>
                    </a:ext>
                  </a:extLst>
                </p:cNvPr>
                <p:cNvSpPr txBox="1"/>
                <p:nvPr/>
              </p:nvSpPr>
              <p:spPr>
                <a:xfrm>
                  <a:off x="17821173" y="15482633"/>
                  <a:ext cx="4659586" cy="19778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/>
                  <a:r>
                    <a:rPr lang="en-US" sz="1697" b="1" dirty="0">
                      <a:solidFill>
                        <a:srgbClr val="156082"/>
                      </a:solidFill>
                      <a:latin typeface="Calibri" panose="020F0502020204030204" pitchFamily="34" charset="0"/>
                      <a:ea typeface="ADLaM Display" panose="02010000000000000000" pitchFamily="2" charset="0"/>
                      <a:cs typeface="Calibri" panose="020F0502020204030204" pitchFamily="34" charset="0"/>
                    </a:rPr>
                    <a:t>Unit Testing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ea typeface="ADLaM Display" panose="02010000000000000000" pitchFamily="2" charset="0"/>
                      <a:cs typeface="Calibri" panose="020F0502020204030204" pitchFamily="34" charset="0"/>
                    </a:rPr>
                    <a:t>Test each part of the system (e.g., Login, NFC Scan, Database)</a:t>
                  </a:r>
                </a:p>
                <a:p>
                  <a:pPr marL="242396" indent="-242396">
                    <a:buFont typeface="Wingdings" panose="05000000000000000000" pitchFamily="2" charset="2"/>
                    <a:buChar char="§"/>
                  </a:pPr>
                  <a:r>
                    <a:rPr lang="en-US" sz="1697" dirty="0">
                      <a:latin typeface="Calibri" panose="020F0502020204030204" pitchFamily="34" charset="0"/>
                      <a:ea typeface="ADLaM Display" panose="02010000000000000000" pitchFamily="2" charset="0"/>
                      <a:cs typeface="Calibri" panose="020F0502020204030204" pitchFamily="34" charset="0"/>
                    </a:rPr>
                    <a:t>Make sure every module works properly before integration</a:t>
                  </a:r>
                </a:p>
              </p:txBody>
            </p:sp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10F6DC6F-9BFA-8926-1BAE-81E1BE6014D9}"/>
                    </a:ext>
                  </a:extLst>
                </p:cNvPr>
                <p:cNvGrpSpPr/>
                <p:nvPr/>
              </p:nvGrpSpPr>
              <p:grpSpPr>
                <a:xfrm>
                  <a:off x="16260531" y="15682069"/>
                  <a:ext cx="1335837" cy="1540120"/>
                  <a:chOff x="16260531" y="15440447"/>
                  <a:chExt cx="1335837" cy="1540120"/>
                </a:xfrm>
              </p:grpSpPr>
              <p:sp>
                <p:nvSpPr>
                  <p:cNvPr id="1032" name="Rectangle: Rounded Corners 1031">
                    <a:extLst>
                      <a:ext uri="{FF2B5EF4-FFF2-40B4-BE49-F238E27FC236}">
                        <a16:creationId xmlns:a16="http://schemas.microsoft.com/office/drawing/2014/main" id="{2CCB76F7-5B02-F050-354A-881C55C5AB08}"/>
                      </a:ext>
                    </a:extLst>
                  </p:cNvPr>
                  <p:cNvSpPr/>
                  <p:nvPr/>
                </p:nvSpPr>
                <p:spPr>
                  <a:xfrm>
                    <a:off x="16260531" y="15440447"/>
                    <a:ext cx="1335837" cy="1540120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chemeClr val="bg1"/>
                  </a:solid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/>
                  <a:lstStyle/>
                  <a:p>
                    <a:endParaRPr lang="en-US" sz="900"/>
                  </a:p>
                </p:txBody>
              </p:sp>
              <p:pic>
                <p:nvPicPr>
                  <p:cNvPr id="1131" name="Graphic 1130" descr="Puzzle pieces with solid fill">
                    <a:extLst>
                      <a:ext uri="{FF2B5EF4-FFF2-40B4-BE49-F238E27FC236}">
                        <a16:creationId xmlns:a16="http://schemas.microsoft.com/office/drawing/2014/main" id="{AC3DC115-1ACA-7EE9-B93C-0CA1DA534F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4">
                    <a:extLst>
                      <a:ext uri="{96DAC541-7B7A-43D3-8B79-37D633B846F1}">
                        <asvg:svgBlip xmlns:asvg="http://schemas.microsoft.com/office/drawing/2016/SVG/main" r:embed="rId3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6334089" y="15616147"/>
                    <a:ext cx="1188720" cy="1188720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35B0A1A-4FEF-46C4-5A0D-3739A68900C6}"/>
              </a:ext>
            </a:extLst>
          </p:cNvPr>
          <p:cNvSpPr txBox="1"/>
          <p:nvPr/>
        </p:nvSpPr>
        <p:spPr>
          <a:xfrm>
            <a:off x="20332340" y="6130384"/>
            <a:ext cx="4720876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0: Initial Setup &amp; Exploration</a:t>
            </a:r>
          </a:p>
          <a:p>
            <a:r>
              <a:rPr lang="en-US" sz="1697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Timeline: Sept 2025</a:t>
            </a:r>
          </a:p>
          <a:p>
            <a:endParaRPr lang="en-US" sz="1697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Environment setup (Android Studio, GitHub)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POC: Read NFC UID on test device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Requirement gathering &amp; stakeholder interviews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1C40C-4CA6-E089-1475-69BCCBDFAB04}"/>
              </a:ext>
            </a:extLst>
          </p:cNvPr>
          <p:cNvSpPr txBox="1"/>
          <p:nvPr/>
        </p:nvSpPr>
        <p:spPr>
          <a:xfrm>
            <a:off x="25473249" y="6130384"/>
            <a:ext cx="4720876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1: Research &amp; Proposal</a:t>
            </a:r>
          </a:p>
          <a:p>
            <a:r>
              <a:rPr lang="en-US" sz="1697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Timeline: Sept – Oct 2025</a:t>
            </a:r>
          </a:p>
          <a:p>
            <a:endParaRPr lang="en-US" sz="1697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Literature review &amp; competitive analysis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Define scope, SMART objectives &amp; methodology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Proposal writing, review &amp; submission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AF319D-D451-969E-22C3-22269A50E89A}"/>
              </a:ext>
            </a:extLst>
          </p:cNvPr>
          <p:cNvSpPr txBox="1"/>
          <p:nvPr/>
        </p:nvSpPr>
        <p:spPr>
          <a:xfrm>
            <a:off x="20332340" y="8277021"/>
            <a:ext cx="4720876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2: System Design &amp; Architecture</a:t>
            </a:r>
          </a:p>
          <a:p>
            <a:r>
              <a:rPr lang="en-US" sz="1697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Timeline: Oct – Nov 2025</a:t>
            </a:r>
          </a:p>
          <a:p>
            <a:endParaRPr lang="en-US" sz="1697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System architecture &amp; module planning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UI/UX wireframes (Figma)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Database schema &amp; NFC/OCR flow design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2974E-4328-187B-A215-4C0454934599}"/>
              </a:ext>
            </a:extLst>
          </p:cNvPr>
          <p:cNvSpPr txBox="1"/>
          <p:nvPr/>
        </p:nvSpPr>
        <p:spPr>
          <a:xfrm>
            <a:off x="20332340" y="10423658"/>
            <a:ext cx="4720876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4: HCE Integration &amp; Prototype</a:t>
            </a:r>
          </a:p>
          <a:p>
            <a:r>
              <a:rPr lang="en-US" sz="1697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Timeline: Jan – Feb 2026</a:t>
            </a:r>
          </a:p>
          <a:p>
            <a:endParaRPr lang="en-US" sz="1697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Host Card Emulation (HCE) implementation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Simulated access / demo functionality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Prototype validation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280169-489A-960B-E0D3-41C93FEE3404}"/>
              </a:ext>
            </a:extLst>
          </p:cNvPr>
          <p:cNvSpPr txBox="1"/>
          <p:nvPr/>
        </p:nvSpPr>
        <p:spPr>
          <a:xfrm>
            <a:off x="25473249" y="8277021"/>
            <a:ext cx="4720876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3: Core Feature Development</a:t>
            </a:r>
          </a:p>
          <a:p>
            <a:r>
              <a:rPr lang="en-US" sz="1697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Timeline: Nov – Dec 2025</a:t>
            </a:r>
          </a:p>
          <a:p>
            <a:endParaRPr lang="en-US" sz="1697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Login &amp; registration module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OCR for student ID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NFC UID binding &amp; login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69C791-B1CC-30B4-893E-C82925F880C9}"/>
              </a:ext>
            </a:extLst>
          </p:cNvPr>
          <p:cNvSpPr txBox="1"/>
          <p:nvPr/>
        </p:nvSpPr>
        <p:spPr>
          <a:xfrm>
            <a:off x="22802516" y="12381874"/>
            <a:ext cx="4720876" cy="200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6: Documentation &amp; Final Submission</a:t>
            </a:r>
          </a:p>
          <a:p>
            <a:r>
              <a:rPr lang="en-US" sz="1697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Timeline: Mar 2026</a:t>
            </a:r>
          </a:p>
          <a:p>
            <a:endParaRPr lang="en-US" sz="1697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Update documentation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Final report &amp; documentation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Demo, presentation &amp; submission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BD28BF-16EA-682E-3DFE-AABAD3613DCB}"/>
              </a:ext>
            </a:extLst>
          </p:cNvPr>
          <p:cNvSpPr txBox="1"/>
          <p:nvPr/>
        </p:nvSpPr>
        <p:spPr>
          <a:xfrm>
            <a:off x="25473249" y="10423658"/>
            <a:ext cx="4720876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Phase 5: Testing &amp; Improvements</a:t>
            </a:r>
          </a:p>
          <a:p>
            <a:r>
              <a:rPr lang="en-US" sz="1697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Timeline: Feb – Mar 2026</a:t>
            </a:r>
          </a:p>
          <a:p>
            <a:endParaRPr lang="en-US" sz="1697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Unit, integration &amp; security testing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Usability testing &amp; performance tuning</a:t>
            </a:r>
          </a:p>
          <a:p>
            <a:pPr marL="242396" indent="-242396">
              <a:buFont typeface="Wingdings" panose="05000000000000000000" pitchFamily="2" charset="2"/>
              <a:buChar char="§"/>
            </a:pPr>
            <a:r>
              <a:rPr lang="en-US" sz="1697" dirty="0">
                <a:latin typeface="Calibri" panose="020F0502020204030204" pitchFamily="34" charset="0"/>
                <a:cs typeface="Calibri" panose="020F0502020204030204" pitchFamily="34" charset="0"/>
              </a:rPr>
              <a:t>Bug fixes &amp; refinements</a:t>
            </a:r>
          </a:p>
        </p:txBody>
      </p:sp>
      <p:pic>
        <p:nvPicPr>
          <p:cNvPr id="59" name="Graphic 58" descr="Court with solid fill">
            <a:extLst>
              <a:ext uri="{FF2B5EF4-FFF2-40B4-BE49-F238E27FC236}">
                <a16:creationId xmlns:a16="http://schemas.microsoft.com/office/drawing/2014/main" id="{BBDBCAC0-EF71-B34B-3C9F-1959F05FFB3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13693" y="11108207"/>
            <a:ext cx="483600" cy="483600"/>
          </a:xfrm>
          <a:prstGeom prst="rect">
            <a:avLst/>
          </a:prstGeom>
        </p:spPr>
      </p:pic>
      <p:pic>
        <p:nvPicPr>
          <p:cNvPr id="61" name="Graphic 60" descr="Search Inventory with solid fill">
            <a:extLst>
              <a:ext uri="{FF2B5EF4-FFF2-40B4-BE49-F238E27FC236}">
                <a16:creationId xmlns:a16="http://schemas.microsoft.com/office/drawing/2014/main" id="{4B54609B-BAF0-0F13-C51B-CB36D4CB184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27973" y="12538037"/>
            <a:ext cx="455040" cy="45504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528B0D49-0887-D1F1-2978-E9A09361EDDF}"/>
              </a:ext>
            </a:extLst>
          </p:cNvPr>
          <p:cNvGrpSpPr/>
          <p:nvPr/>
        </p:nvGrpSpPr>
        <p:grpSpPr>
          <a:xfrm>
            <a:off x="489266" y="10278083"/>
            <a:ext cx="532456" cy="471775"/>
            <a:chOff x="617914" y="14428590"/>
            <a:chExt cx="753213" cy="667373"/>
          </a:xfrm>
        </p:grpSpPr>
        <p:pic>
          <p:nvPicPr>
            <p:cNvPr id="45" name="Graphic 44" descr="Smart Phone with solid fill">
              <a:extLst>
                <a:ext uri="{FF2B5EF4-FFF2-40B4-BE49-F238E27FC236}">
                  <a16:creationId xmlns:a16="http://schemas.microsoft.com/office/drawing/2014/main" id="{88D94B7C-E4B4-E09A-5806-7256D1689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617914" y="14428590"/>
              <a:ext cx="753213" cy="591932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B4E0928-C1F5-ABCD-5B05-9F6F78B6C373}"/>
                </a:ext>
              </a:extLst>
            </p:cNvPr>
            <p:cNvSpPr/>
            <p:nvPr/>
          </p:nvSpPr>
          <p:spPr>
            <a:xfrm>
              <a:off x="896478" y="14808347"/>
              <a:ext cx="194355" cy="287616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</p:grpSp>
      <p:pic>
        <p:nvPicPr>
          <p:cNvPr id="57" name="Graphic 56" descr="Smart Phone with solid fill">
            <a:extLst>
              <a:ext uri="{FF2B5EF4-FFF2-40B4-BE49-F238E27FC236}">
                <a16:creationId xmlns:a16="http://schemas.microsoft.com/office/drawing/2014/main" id="{3C0F98E3-510A-74FB-47DB-FA7B4B1E56F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9266" y="11890969"/>
            <a:ext cx="532456" cy="418444"/>
          </a:xfrm>
          <a:prstGeom prst="rect">
            <a:avLst/>
          </a:prstGeom>
        </p:spPr>
      </p:pic>
      <p:pic>
        <p:nvPicPr>
          <p:cNvPr id="75" name="Graphic 74" descr="Alarm clock with solid fill">
            <a:extLst>
              <a:ext uri="{FF2B5EF4-FFF2-40B4-BE49-F238E27FC236}">
                <a16:creationId xmlns:a16="http://schemas.microsoft.com/office/drawing/2014/main" id="{17139F41-4CA2-07D2-E2D6-3C079D1A4FF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05718" y="13185190"/>
            <a:ext cx="499551" cy="499551"/>
          </a:xfrm>
          <a:prstGeom prst="rect">
            <a:avLst/>
          </a:prstGeom>
        </p:spPr>
      </p:pic>
      <p:sp>
        <p:nvSpPr>
          <p:cNvPr id="113" name="Rectangle: Diagonal Corners Snipped 112">
            <a:extLst>
              <a:ext uri="{FF2B5EF4-FFF2-40B4-BE49-F238E27FC236}">
                <a16:creationId xmlns:a16="http://schemas.microsoft.com/office/drawing/2014/main" id="{320814E5-BCF7-469A-ED50-3F5119377120}"/>
              </a:ext>
            </a:extLst>
          </p:cNvPr>
          <p:cNvSpPr/>
          <p:nvPr/>
        </p:nvSpPr>
        <p:spPr>
          <a:xfrm>
            <a:off x="169338" y="19727752"/>
            <a:ext cx="29928596" cy="1506973"/>
          </a:xfrm>
          <a:prstGeom prst="snip2Diag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4534AB56-D5C7-CBB5-3792-27D50F73D7A9}"/>
              </a:ext>
            </a:extLst>
          </p:cNvPr>
          <p:cNvGrpSpPr/>
          <p:nvPr/>
        </p:nvGrpSpPr>
        <p:grpSpPr>
          <a:xfrm>
            <a:off x="20229096" y="17310265"/>
            <a:ext cx="10405262" cy="2232725"/>
            <a:chOff x="28605163" y="24383668"/>
            <a:chExt cx="14719300" cy="3158417"/>
          </a:xfrm>
        </p:grpSpPr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F98B3E27-81A5-4BF7-7CD3-7C2B5F5428AD}"/>
                </a:ext>
              </a:extLst>
            </p:cNvPr>
            <p:cNvGrpSpPr/>
            <p:nvPr/>
          </p:nvGrpSpPr>
          <p:grpSpPr>
            <a:xfrm>
              <a:off x="28605163" y="24383668"/>
              <a:ext cx="13960474" cy="3158417"/>
              <a:chOff x="228600" y="3743325"/>
              <a:chExt cx="13958888" cy="3971815"/>
            </a:xfrm>
          </p:grpSpPr>
          <p:sp>
            <p:nvSpPr>
              <p:cNvPr id="1110" name="Rectangle 1109">
                <a:extLst>
                  <a:ext uri="{FF2B5EF4-FFF2-40B4-BE49-F238E27FC236}">
                    <a16:creationId xmlns:a16="http://schemas.microsoft.com/office/drawing/2014/main" id="{2BD4247E-0096-233F-5C4E-AED047947116}"/>
                  </a:ext>
                </a:extLst>
              </p:cNvPr>
              <p:cNvSpPr/>
              <p:nvPr/>
            </p:nvSpPr>
            <p:spPr>
              <a:xfrm>
                <a:off x="228600" y="4800600"/>
                <a:ext cx="13958888" cy="29145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 dirty="0">
                  <a:solidFill>
                    <a:srgbClr val="156082"/>
                  </a:solidFill>
                </a:endParaRPr>
              </a:p>
            </p:txBody>
          </p:sp>
          <p:sp>
            <p:nvSpPr>
              <p:cNvPr id="1111" name="Rectangle: Single Corner Snipped 1110">
                <a:extLst>
                  <a:ext uri="{FF2B5EF4-FFF2-40B4-BE49-F238E27FC236}">
                    <a16:creationId xmlns:a16="http://schemas.microsoft.com/office/drawing/2014/main" id="{9C828F01-A90E-6721-C1FC-C7439756DFA8}"/>
                  </a:ext>
                </a:extLst>
              </p:cNvPr>
              <p:cNvSpPr/>
              <p:nvPr/>
            </p:nvSpPr>
            <p:spPr>
              <a:xfrm>
                <a:off x="228600" y="3743325"/>
                <a:ext cx="13958888" cy="1057275"/>
              </a:xfrm>
              <a:prstGeom prst="snip1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62" b="1" dirty="0"/>
                  <a:t>EXPECTED OUTCOME &amp; SIGNIFICANCE</a:t>
                </a:r>
                <a:endParaRPr lang="en-US" sz="2262" b="1" dirty="0">
                  <a:solidFill>
                    <a:srgbClr val="156082"/>
                  </a:solidFill>
                </a:endParaRPr>
              </a:p>
            </p:txBody>
          </p:sp>
        </p:grpSp>
        <p:sp>
          <p:nvSpPr>
            <p:cNvPr id="1112" name="TextBox 1111">
              <a:extLst>
                <a:ext uri="{FF2B5EF4-FFF2-40B4-BE49-F238E27FC236}">
                  <a16:creationId xmlns:a16="http://schemas.microsoft.com/office/drawing/2014/main" id="{DAF1C6B0-331F-47C6-3D91-A38909B59AE1}"/>
                </a:ext>
              </a:extLst>
            </p:cNvPr>
            <p:cNvSpPr txBox="1"/>
            <p:nvPr/>
          </p:nvSpPr>
          <p:spPr>
            <a:xfrm>
              <a:off x="28751214" y="25436051"/>
              <a:ext cx="5272086" cy="1669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Anticipated Results: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A fully functional Android application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Seamless NFC-based access control</a:t>
              </a:r>
            </a:p>
            <a:p>
              <a:pPr marL="242396" indent="-242396">
                <a:buFont typeface="Wingdings" panose="05000000000000000000" pitchFamily="2" charset="2"/>
                <a:buChar char="§"/>
              </a:pP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Enhanced security model</a:t>
              </a:r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7B3F8C85-E540-E457-C2F3-A7354273538A}"/>
                </a:ext>
              </a:extLst>
            </p:cNvPr>
            <p:cNvSpPr txBox="1"/>
            <p:nvPr/>
          </p:nvSpPr>
          <p:spPr>
            <a:xfrm>
              <a:off x="34552704" y="25431749"/>
              <a:ext cx="8771759" cy="2039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79" b="1" dirty="0">
                  <a:solidFill>
                    <a:srgbClr val="156082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Contributions:</a:t>
              </a:r>
              <a:endParaRPr lang="en-US" sz="1979" dirty="0">
                <a:solidFill>
                  <a:srgbClr val="15608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Academic: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Advancement in mobile computing and security</a:t>
              </a: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Industrial: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Modernization of campus infrastructure</a:t>
              </a: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Societal: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Enhanced user convenience and inclusivity</a:t>
              </a:r>
            </a:p>
            <a:p>
              <a:r>
                <a:rPr lang="en-US" sz="1697" b="1" dirty="0">
                  <a:latin typeface="Calibri" panose="020F0502020204030204" pitchFamily="34" charset="0"/>
                  <a:cs typeface="Calibri" panose="020F0502020204030204" pitchFamily="34" charset="0"/>
                </a:rPr>
                <a:t>Beneficiaries:</a:t>
              </a:r>
              <a:r>
                <a:rPr lang="en-US" sz="1697" dirty="0">
                  <a:latin typeface="Calibri" panose="020F0502020204030204" pitchFamily="34" charset="0"/>
                  <a:cs typeface="Calibri" panose="020F0502020204030204" pitchFamily="34" charset="0"/>
                </a:rPr>
                <a:t> Students and the academic institution</a:t>
              </a:r>
            </a:p>
          </p:txBody>
        </p:sp>
      </p:grp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FC36968B-5DEA-760B-128C-CBC0E09ACA7D}"/>
              </a:ext>
            </a:extLst>
          </p:cNvPr>
          <p:cNvGrpSpPr/>
          <p:nvPr/>
        </p:nvGrpSpPr>
        <p:grpSpPr>
          <a:xfrm>
            <a:off x="659754" y="20013419"/>
            <a:ext cx="2130927" cy="935639"/>
            <a:chOff x="533923" y="28286993"/>
            <a:chExt cx="3014413" cy="1323556"/>
          </a:xfrm>
        </p:grpSpPr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DBB6E37D-A906-F00B-CEBB-445F07BD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923" y="28286993"/>
              <a:ext cx="1323556" cy="1323556"/>
            </a:xfrm>
            <a:prstGeom prst="rect">
              <a:avLst/>
            </a:prstGeom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B129183F-7C2E-9DC8-2EA0-EA0FA255E0A4}"/>
                </a:ext>
              </a:extLst>
            </p:cNvPr>
            <p:cNvSpPr txBox="1"/>
            <p:nvPr/>
          </p:nvSpPr>
          <p:spPr>
            <a:xfrm>
              <a:off x="1857480" y="28410162"/>
              <a:ext cx="1690856" cy="111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Android </a:t>
              </a:r>
            </a:p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Studio</a:t>
              </a:r>
            </a:p>
          </p:txBody>
        </p: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3B73695A-7E32-B272-8EB0-7D4B4780E5DD}"/>
              </a:ext>
            </a:extLst>
          </p:cNvPr>
          <p:cNvGrpSpPr/>
          <p:nvPr/>
        </p:nvGrpSpPr>
        <p:grpSpPr>
          <a:xfrm>
            <a:off x="3854818" y="19992490"/>
            <a:ext cx="2016293" cy="969602"/>
            <a:chOff x="3548336" y="28262971"/>
            <a:chExt cx="2852251" cy="1371600"/>
          </a:xfrm>
        </p:grpSpPr>
        <p:pic>
          <p:nvPicPr>
            <p:cNvPr id="1070" name="Picture 1069">
              <a:extLst>
                <a:ext uri="{FF2B5EF4-FFF2-40B4-BE49-F238E27FC236}">
                  <a16:creationId xmlns:a16="http://schemas.microsoft.com/office/drawing/2014/main" id="{2E332FDB-4322-795B-E61C-65EE1CCBF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17" t="7599" r="20583" b="30200"/>
            <a:stretch>
              <a:fillRect/>
            </a:stretch>
          </p:blipFill>
          <p:spPr>
            <a:xfrm>
              <a:off x="3548336" y="28262971"/>
              <a:ext cx="1320867" cy="1371600"/>
            </a:xfrm>
            <a:prstGeom prst="rect">
              <a:avLst/>
            </a:prstGeom>
          </p:spPr>
        </p:pic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D30DAD87-FD6C-3FC8-EA46-2A26495CE29A}"/>
                </a:ext>
              </a:extLst>
            </p:cNvPr>
            <p:cNvSpPr txBox="1"/>
            <p:nvPr/>
          </p:nvSpPr>
          <p:spPr>
            <a:xfrm>
              <a:off x="4727679" y="28656384"/>
              <a:ext cx="1672908" cy="623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Firebase</a:t>
              </a:r>
            </a:p>
          </p:txBody>
        </p: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43348A6E-1571-D14A-6CC6-58339DEB1681}"/>
              </a:ext>
            </a:extLst>
          </p:cNvPr>
          <p:cNvGrpSpPr/>
          <p:nvPr/>
        </p:nvGrpSpPr>
        <p:grpSpPr>
          <a:xfrm>
            <a:off x="22995204" y="19995758"/>
            <a:ext cx="1954752" cy="969602"/>
            <a:chOff x="6680638" y="28262971"/>
            <a:chExt cx="2765196" cy="1371600"/>
          </a:xfrm>
        </p:grpSpPr>
        <p:pic>
          <p:nvPicPr>
            <p:cNvPr id="1074" name="Picture 1073">
              <a:extLst>
                <a:ext uri="{FF2B5EF4-FFF2-40B4-BE49-F238E27FC236}">
                  <a16:creationId xmlns:a16="http://schemas.microsoft.com/office/drawing/2014/main" id="{971A675E-1A29-A68C-AF94-C5C5E6B68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638" y="28262971"/>
              <a:ext cx="1371600" cy="1371600"/>
            </a:xfrm>
            <a:prstGeom prst="rect">
              <a:avLst/>
            </a:prstGeom>
          </p:spPr>
        </p:pic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85F46CD9-9247-320C-D613-59892C8DDFB1}"/>
                </a:ext>
              </a:extLst>
            </p:cNvPr>
            <p:cNvSpPr txBox="1"/>
            <p:nvPr/>
          </p:nvSpPr>
          <p:spPr>
            <a:xfrm>
              <a:off x="8052239" y="28656384"/>
              <a:ext cx="1393595" cy="623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Figma</a:t>
              </a:r>
            </a:p>
          </p:txBody>
        </p:sp>
      </p:grpSp>
      <p:grpSp>
        <p:nvGrpSpPr>
          <p:cNvPr id="1102" name="Group 1101">
            <a:extLst>
              <a:ext uri="{FF2B5EF4-FFF2-40B4-BE49-F238E27FC236}">
                <a16:creationId xmlns:a16="http://schemas.microsoft.com/office/drawing/2014/main" id="{3C173D88-3164-B388-7C9A-12C677DCB113}"/>
              </a:ext>
            </a:extLst>
          </p:cNvPr>
          <p:cNvGrpSpPr/>
          <p:nvPr/>
        </p:nvGrpSpPr>
        <p:grpSpPr>
          <a:xfrm>
            <a:off x="10407241" y="19996437"/>
            <a:ext cx="1789810" cy="969602"/>
            <a:chOff x="10003971" y="28262971"/>
            <a:chExt cx="2531868" cy="1371600"/>
          </a:xfrm>
        </p:grpSpPr>
        <p:pic>
          <p:nvPicPr>
            <p:cNvPr id="1084" name="Picture 1083">
              <a:extLst>
                <a:ext uri="{FF2B5EF4-FFF2-40B4-BE49-F238E27FC236}">
                  <a16:creationId xmlns:a16="http://schemas.microsoft.com/office/drawing/2014/main" id="{433935CC-3A14-2224-3767-A77C925E2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3971" y="28262971"/>
              <a:ext cx="1371600" cy="1371600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1F47B8AB-07B1-1446-08D6-CEEA1867BDE6}"/>
                </a:ext>
              </a:extLst>
            </p:cNvPr>
            <p:cNvSpPr txBox="1"/>
            <p:nvPr/>
          </p:nvSpPr>
          <p:spPr>
            <a:xfrm>
              <a:off x="11269905" y="28656384"/>
              <a:ext cx="1265934" cy="623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Kotlin</a:t>
              </a:r>
            </a:p>
          </p:txBody>
        </p:sp>
      </p:grpSp>
      <p:cxnSp>
        <p:nvCxnSpPr>
          <p:cNvPr id="1120" name="Straight Connector 1119">
            <a:extLst>
              <a:ext uri="{FF2B5EF4-FFF2-40B4-BE49-F238E27FC236}">
                <a16:creationId xmlns:a16="http://schemas.microsoft.com/office/drawing/2014/main" id="{F10D518F-C70C-F38D-5475-153535D8EF65}"/>
              </a:ext>
            </a:extLst>
          </p:cNvPr>
          <p:cNvCxnSpPr>
            <a:cxnSpLocks/>
          </p:cNvCxnSpPr>
          <p:nvPr/>
        </p:nvCxnSpPr>
        <p:spPr>
          <a:xfrm>
            <a:off x="25440370" y="19727753"/>
            <a:ext cx="0" cy="150697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6661158-1DF3-31A9-E0A1-F0E4CAC6CF7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2719" y="19827897"/>
            <a:ext cx="1306685" cy="13066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46" name="TextBox 1145">
            <a:extLst>
              <a:ext uri="{FF2B5EF4-FFF2-40B4-BE49-F238E27FC236}">
                <a16:creationId xmlns:a16="http://schemas.microsoft.com/office/drawing/2014/main" id="{A670F11E-36CA-CDE0-0AA3-7DF36ABE739F}"/>
              </a:ext>
            </a:extLst>
          </p:cNvPr>
          <p:cNvSpPr txBox="1"/>
          <p:nvPr/>
        </p:nvSpPr>
        <p:spPr>
          <a:xfrm>
            <a:off x="27505920" y="20100489"/>
            <a:ext cx="2101600" cy="78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62" b="1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SCAN HERE FOR REFRENCES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6CBF441-5FDD-878F-3E3A-C64A192E7ABC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380" y="336701"/>
            <a:ext cx="1857589" cy="1955734"/>
          </a:xfrm>
          <a:prstGeom prst="round2DiagRect">
            <a:avLst>
              <a:gd name="adj1" fmla="val 0"/>
              <a:gd name="adj2" fmla="val 28998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61FA0076-AE5D-A36A-F971-20F5222F49FD}"/>
              </a:ext>
            </a:extLst>
          </p:cNvPr>
          <p:cNvGrpSpPr/>
          <p:nvPr/>
        </p:nvGrpSpPr>
        <p:grpSpPr>
          <a:xfrm>
            <a:off x="19758509" y="20009962"/>
            <a:ext cx="2216392" cy="969602"/>
            <a:chOff x="18378488" y="28262971"/>
            <a:chExt cx="3135312" cy="1371600"/>
          </a:xfrm>
        </p:grpSpPr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D672664C-B9F6-3695-2F28-FFB41F75E7A6}"/>
                </a:ext>
              </a:extLst>
            </p:cNvPr>
            <p:cNvSpPr txBox="1"/>
            <p:nvPr/>
          </p:nvSpPr>
          <p:spPr>
            <a:xfrm>
              <a:off x="20030139" y="28656384"/>
              <a:ext cx="1483661" cy="623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GitHub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8E56169-6A92-686E-984D-DBF31AC84CCC}"/>
                </a:ext>
              </a:extLst>
            </p:cNvPr>
            <p:cNvSpPr/>
            <p:nvPr/>
          </p:nvSpPr>
          <p:spPr>
            <a:xfrm>
              <a:off x="18509552" y="28434183"/>
              <a:ext cx="1109472" cy="116799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MY" sz="900"/>
            </a:p>
          </p:txBody>
        </p:sp>
        <p:pic>
          <p:nvPicPr>
            <p:cNvPr id="1087" name="Picture 1086">
              <a:extLst>
                <a:ext uri="{FF2B5EF4-FFF2-40B4-BE49-F238E27FC236}">
                  <a16:creationId xmlns:a16="http://schemas.microsoft.com/office/drawing/2014/main" id="{E188AB32-6E9D-30F2-F123-A726529B5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BEBA8EAE-BF5A-486C-A8C5-ECC9F3942E4B}">
                  <a14:imgProps xmlns:a14="http://schemas.microsoft.com/office/drawing/2010/main">
                    <a14:imgLayer r:embed="rId49">
                      <a14:imgEffect>
                        <a14:backgroundRemoval t="6250" b="95313" l="4883" r="96680">
                          <a14:foregroundMark x1="11914" y1="65234" x2="15430" y2="38086"/>
                          <a14:foregroundMark x1="5273" y1="55859" x2="7813" y2="48242"/>
                          <a14:foregroundMark x1="20117" y1="71289" x2="20117" y2="71289"/>
                          <a14:foregroundMark x1="21680" y1="73242" x2="22461" y2="73438"/>
                          <a14:foregroundMark x1="24023" y1="75586" x2="24023" y2="76563"/>
                          <a14:foregroundMark x1="25977" y1="78516" x2="25977" y2="78516"/>
                          <a14:foregroundMark x1="29688" y1="79883" x2="29688" y2="79883"/>
                          <a14:foregroundMark x1="34180" y1="80664" x2="34180" y2="80664"/>
                          <a14:foregroundMark x1="37109" y1="80859" x2="37109" y2="80859"/>
                          <a14:foregroundMark x1="35547" y1="89063" x2="35547" y2="89063"/>
                          <a14:foregroundMark x1="36133" y1="93945" x2="36133" y2="93945"/>
                          <a14:foregroundMark x1="64063" y1="95313" x2="64063" y2="95313"/>
                          <a14:foregroundMark x1="92578" y1="58789" x2="92578" y2="58789"/>
                          <a14:foregroundMark x1="46484" y1="6250" x2="46484" y2="6250"/>
                          <a14:foregroundMark x1="44727" y1="90234" x2="52539" y2="90039"/>
                          <a14:foregroundMark x1="96680" y1="51563" x2="96680" y2="51563"/>
                          <a14:backgroundMark x1="15430" y1="91016" x2="15430" y2="91016"/>
                          <a14:backgroundMark x1="7422" y1="88477" x2="21680" y2="96680"/>
                          <a14:backgroundMark x1="49023" y1="97266" x2="54102" y2="951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78488" y="28262971"/>
              <a:ext cx="1371600" cy="137160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92DACFC2-C20A-8819-5F23-7B3FB1406007}"/>
              </a:ext>
            </a:extLst>
          </p:cNvPr>
          <p:cNvSpPr txBox="1"/>
          <p:nvPr/>
        </p:nvSpPr>
        <p:spPr>
          <a:xfrm>
            <a:off x="17214865" y="244656"/>
            <a:ext cx="6223856" cy="222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79" b="1" dirty="0">
                <a:solidFill>
                  <a:schemeClr val="bg1"/>
                </a:solidFill>
              </a:rPr>
              <a:t>Eu Jin Yang		jin.eu@students.plymouth.ac.uk</a:t>
            </a:r>
          </a:p>
          <a:p>
            <a:endParaRPr lang="en-US" sz="1979" b="1" dirty="0">
              <a:solidFill>
                <a:schemeClr val="bg1"/>
              </a:solidFill>
            </a:endParaRPr>
          </a:p>
          <a:p>
            <a:r>
              <a:rPr lang="en-US" sz="1979" b="1" dirty="0">
                <a:solidFill>
                  <a:schemeClr val="bg1"/>
                </a:solidFill>
              </a:rPr>
              <a:t>Ng Kean Chun	kean.c.ng@students.plymouth.ac.uk</a:t>
            </a:r>
          </a:p>
          <a:p>
            <a:endParaRPr lang="en-US" sz="1979" b="1" dirty="0">
              <a:solidFill>
                <a:schemeClr val="bg1"/>
              </a:solidFill>
            </a:endParaRPr>
          </a:p>
          <a:p>
            <a:r>
              <a:rPr lang="en-US" sz="1979" b="1" dirty="0">
                <a:solidFill>
                  <a:schemeClr val="bg1"/>
                </a:solidFill>
              </a:rPr>
              <a:t>Teoh Yi Shan	yi.teoh@students.plymouth.ac.uk</a:t>
            </a:r>
          </a:p>
          <a:p>
            <a:endParaRPr lang="en-US" sz="1979" b="1" dirty="0">
              <a:solidFill>
                <a:schemeClr val="bg1"/>
              </a:solidFill>
            </a:endParaRPr>
          </a:p>
          <a:p>
            <a:r>
              <a:rPr lang="en-US" sz="1979" b="1" dirty="0">
                <a:solidFill>
                  <a:schemeClr val="bg1"/>
                </a:solidFill>
              </a:rPr>
              <a:t>Yong Ken		ken.yong@students.plymouth.ac.uk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1E9B196-1ABA-C4BC-44C2-7CB32A0A3AD3}"/>
              </a:ext>
            </a:extLst>
          </p:cNvPr>
          <p:cNvGrpSpPr/>
          <p:nvPr/>
        </p:nvGrpSpPr>
        <p:grpSpPr>
          <a:xfrm>
            <a:off x="6991050" y="19958031"/>
            <a:ext cx="2208573" cy="1046413"/>
            <a:chOff x="23530564" y="28229809"/>
            <a:chExt cx="3124251" cy="148025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F5F962D4-12C7-2AA3-31F9-D3078D3BC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BEBA8EAE-BF5A-486C-A8C5-ECC9F3942E4B}">
                  <a14:imgProps xmlns:a14="http://schemas.microsoft.com/office/drawing/2010/main">
                    <a14:imgLayer r:embed="rId51">
                      <a14:imgEffect>
                        <a14:backgroundRemoval t="9154" b="67012" l="35119" r="70000">
                          <a14:foregroundMark x1="40714" y1="9499" x2="40714" y2="12263"/>
                          <a14:foregroundMark x1="35595" y1="54922" x2="35714" y2="53195"/>
                          <a14:foregroundMark x1="58214" y1="61313" x2="56548" y2="48014"/>
                          <a14:foregroundMark x1="60357" y1="47150" x2="62262" y2="56995"/>
                          <a14:foregroundMark x1="62262" y1="56995" x2="62381" y2="57168"/>
                          <a14:foregroundMark x1="64167" y1="50950" x2="58095" y2="50950"/>
                          <a14:foregroundMark x1="63571" y1="54922" x2="64167" y2="57168"/>
                          <a14:foregroundMark x1="63571" y1="59240" x2="64762" y2="57858"/>
                          <a14:foregroundMark x1="60714" y1="67012" x2="62619" y2="66494"/>
                          <a14:foregroundMark x1="67976" y1="57858" x2="68690" y2="51295"/>
                          <a14:foregroundMark x1="69048" y1="55440" x2="70000" y2="54922"/>
                          <a14:foregroundMark x1="58810" y1="55786" x2="61429" y2="53195"/>
                          <a14:foregroundMark x1="63333" y1="49914" x2="64762" y2="52332"/>
                          <a14:foregroundMark x1="62024" y1="61313" x2="64762" y2="57858"/>
                          <a14:foregroundMark x1="62024" y1="59931" x2="64881" y2="58549"/>
                          <a14:foregroundMark x1="49524" y1="67012" x2="49524" y2="670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39" t="4318" r="28234" b="28255"/>
            <a:stretch>
              <a:fillRect/>
            </a:stretch>
          </p:blipFill>
          <p:spPr>
            <a:xfrm>
              <a:off x="23530564" y="28229809"/>
              <a:ext cx="1252552" cy="1480257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AFD539E-9F31-E132-57A4-E29301DC1068}"/>
                </a:ext>
              </a:extLst>
            </p:cNvPr>
            <p:cNvSpPr txBox="1"/>
            <p:nvPr/>
          </p:nvSpPr>
          <p:spPr>
            <a:xfrm>
              <a:off x="24898499" y="28466330"/>
              <a:ext cx="1756316" cy="1115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Cloud</a:t>
              </a:r>
            </a:p>
            <a:p>
              <a:r>
                <a:rPr lang="en-US" sz="2262" b="1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Firestore</a:t>
              </a:r>
              <a:endParaRPr lang="en-US" sz="226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A6747FB2-3654-66AB-025F-AC99D508A3F0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9602" y="8621246"/>
            <a:ext cx="6184601" cy="4638450"/>
          </a:xfrm>
          <a:prstGeom prst="round2DiagRect">
            <a:avLst>
              <a:gd name="adj1" fmla="val 0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3A237DA5-83E3-4F67-C4E7-DFA5EC2FE6AD}"/>
              </a:ext>
            </a:extLst>
          </p:cNvPr>
          <p:cNvSpPr txBox="1"/>
          <p:nvPr/>
        </p:nvSpPr>
        <p:spPr>
          <a:xfrm>
            <a:off x="18405214" y="10368700"/>
            <a:ext cx="1650264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62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PN532 (SPI)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E63FCBAD-3E9E-EF7D-9A98-A3A2D80FBBC2}"/>
              </a:ext>
            </a:extLst>
          </p:cNvPr>
          <p:cNvSpPr txBox="1"/>
          <p:nvPr/>
        </p:nvSpPr>
        <p:spPr>
          <a:xfrm>
            <a:off x="10199777" y="9282632"/>
            <a:ext cx="4008592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62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ESP32 with Expansion Board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D21449B0-B12C-2640-40F8-1F73C86480E4}"/>
              </a:ext>
            </a:extLst>
          </p:cNvPr>
          <p:cNvSpPr txBox="1"/>
          <p:nvPr/>
        </p:nvSpPr>
        <p:spPr>
          <a:xfrm>
            <a:off x="10496855" y="12538037"/>
            <a:ext cx="2510241" cy="440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62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LCD Display (I2C)</a:t>
            </a:r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B479FA99-4A11-18BA-1005-B8CF15AFF212}"/>
              </a:ext>
            </a:extLst>
          </p:cNvPr>
          <p:cNvSpPr/>
          <p:nvPr/>
        </p:nvSpPr>
        <p:spPr>
          <a:xfrm>
            <a:off x="13099979" y="11581197"/>
            <a:ext cx="2879594" cy="1240455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900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CA875A64-2646-2773-DCA3-AF59D03B707A}"/>
              </a:ext>
            </a:extLst>
          </p:cNvPr>
          <p:cNvSpPr/>
          <p:nvPr/>
        </p:nvSpPr>
        <p:spPr>
          <a:xfrm>
            <a:off x="16352555" y="11067777"/>
            <a:ext cx="1691879" cy="1399370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90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80B33E07-9955-1DAD-103C-9D8805A7B550}"/>
              </a:ext>
            </a:extLst>
          </p:cNvPr>
          <p:cNvSpPr/>
          <p:nvPr/>
        </p:nvSpPr>
        <p:spPr>
          <a:xfrm>
            <a:off x="13007097" y="10065888"/>
            <a:ext cx="3065359" cy="1399370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900"/>
          </a:p>
        </p:txBody>
      </p:sp>
      <p:sp>
        <p:nvSpPr>
          <p:cNvPr id="1056" name="Freeform: Shape 1055">
            <a:extLst>
              <a:ext uri="{FF2B5EF4-FFF2-40B4-BE49-F238E27FC236}">
                <a16:creationId xmlns:a16="http://schemas.microsoft.com/office/drawing/2014/main" id="{4C3F6D92-B02C-89AE-2C06-F422E5DE63B0}"/>
              </a:ext>
            </a:extLst>
          </p:cNvPr>
          <p:cNvSpPr/>
          <p:nvPr/>
        </p:nvSpPr>
        <p:spPr>
          <a:xfrm rot="20289252">
            <a:off x="13337831" y="9652998"/>
            <a:ext cx="340056" cy="385546"/>
          </a:xfrm>
          <a:custGeom>
            <a:avLst/>
            <a:gdLst>
              <a:gd name="csX0" fmla="*/ 0 w 1079656"/>
              <a:gd name="csY0" fmla="*/ 593811 h 1079656"/>
              <a:gd name="csX1" fmla="*/ 242923 w 1079656"/>
              <a:gd name="csY1" fmla="*/ 593811 h 1079656"/>
              <a:gd name="csX2" fmla="*/ 242923 w 1079656"/>
              <a:gd name="csY2" fmla="*/ 0 h 1079656"/>
              <a:gd name="csX3" fmla="*/ 836733 w 1079656"/>
              <a:gd name="csY3" fmla="*/ 0 h 1079656"/>
              <a:gd name="csX4" fmla="*/ 836733 w 1079656"/>
              <a:gd name="csY4" fmla="*/ 593811 h 1079656"/>
              <a:gd name="csX5" fmla="*/ 1079656 w 1079656"/>
              <a:gd name="csY5" fmla="*/ 593811 h 1079656"/>
              <a:gd name="csX6" fmla="*/ 539828 w 1079656"/>
              <a:gd name="csY6" fmla="*/ 1079656 h 1079656"/>
              <a:gd name="csX7" fmla="*/ 0 w 1079656"/>
              <a:gd name="csY7" fmla="*/ 593811 h 1079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9656" h="1079656">
                <a:moveTo>
                  <a:pt x="0" y="593811"/>
                </a:moveTo>
                <a:lnTo>
                  <a:pt x="242923" y="593811"/>
                </a:lnTo>
                <a:lnTo>
                  <a:pt x="242923" y="0"/>
                </a:lnTo>
                <a:lnTo>
                  <a:pt x="836733" y="0"/>
                </a:lnTo>
                <a:lnTo>
                  <a:pt x="836733" y="593811"/>
                </a:lnTo>
                <a:lnTo>
                  <a:pt x="1079656" y="593811"/>
                </a:lnTo>
                <a:lnTo>
                  <a:pt x="539828" y="1079656"/>
                </a:lnTo>
                <a:lnTo>
                  <a:pt x="0" y="59381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045" tIns="32320" rIns="204045" bIns="221218" numCol="1" spcCol="1270" anchor="ctr" anchorCtr="0">
            <a:noAutofit/>
          </a:bodyPr>
          <a:lstStyle/>
          <a:p>
            <a:pPr algn="ctr" defTabSz="113118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545"/>
          </a:p>
        </p:txBody>
      </p:sp>
      <p:sp>
        <p:nvSpPr>
          <p:cNvPr id="1060" name="Freeform: Shape 1059">
            <a:extLst>
              <a:ext uri="{FF2B5EF4-FFF2-40B4-BE49-F238E27FC236}">
                <a16:creationId xmlns:a16="http://schemas.microsoft.com/office/drawing/2014/main" id="{87A77978-63C9-592B-95E9-1872B6FC69CF}"/>
              </a:ext>
            </a:extLst>
          </p:cNvPr>
          <p:cNvSpPr/>
          <p:nvPr/>
        </p:nvSpPr>
        <p:spPr>
          <a:xfrm rot="14999287">
            <a:off x="12697706" y="12387030"/>
            <a:ext cx="340056" cy="385546"/>
          </a:xfrm>
          <a:custGeom>
            <a:avLst/>
            <a:gdLst>
              <a:gd name="csX0" fmla="*/ 0 w 1079656"/>
              <a:gd name="csY0" fmla="*/ 593811 h 1079656"/>
              <a:gd name="csX1" fmla="*/ 242923 w 1079656"/>
              <a:gd name="csY1" fmla="*/ 593811 h 1079656"/>
              <a:gd name="csX2" fmla="*/ 242923 w 1079656"/>
              <a:gd name="csY2" fmla="*/ 0 h 1079656"/>
              <a:gd name="csX3" fmla="*/ 836733 w 1079656"/>
              <a:gd name="csY3" fmla="*/ 0 h 1079656"/>
              <a:gd name="csX4" fmla="*/ 836733 w 1079656"/>
              <a:gd name="csY4" fmla="*/ 593811 h 1079656"/>
              <a:gd name="csX5" fmla="*/ 1079656 w 1079656"/>
              <a:gd name="csY5" fmla="*/ 593811 h 1079656"/>
              <a:gd name="csX6" fmla="*/ 539828 w 1079656"/>
              <a:gd name="csY6" fmla="*/ 1079656 h 1079656"/>
              <a:gd name="csX7" fmla="*/ 0 w 1079656"/>
              <a:gd name="csY7" fmla="*/ 593811 h 1079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9656" h="1079656">
                <a:moveTo>
                  <a:pt x="0" y="593811"/>
                </a:moveTo>
                <a:lnTo>
                  <a:pt x="242923" y="593811"/>
                </a:lnTo>
                <a:lnTo>
                  <a:pt x="242923" y="0"/>
                </a:lnTo>
                <a:lnTo>
                  <a:pt x="836733" y="0"/>
                </a:lnTo>
                <a:lnTo>
                  <a:pt x="836733" y="593811"/>
                </a:lnTo>
                <a:lnTo>
                  <a:pt x="1079656" y="593811"/>
                </a:lnTo>
                <a:lnTo>
                  <a:pt x="539828" y="1079656"/>
                </a:lnTo>
                <a:lnTo>
                  <a:pt x="0" y="59381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045" tIns="32320" rIns="204045" bIns="221218" numCol="1" spcCol="1270" anchor="ctr" anchorCtr="0">
            <a:noAutofit/>
          </a:bodyPr>
          <a:lstStyle/>
          <a:p>
            <a:pPr algn="ctr" defTabSz="113118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545"/>
          </a:p>
        </p:txBody>
      </p:sp>
      <p:sp>
        <p:nvSpPr>
          <p:cNvPr id="1066" name="Freeform: Shape 1065">
            <a:extLst>
              <a:ext uri="{FF2B5EF4-FFF2-40B4-BE49-F238E27FC236}">
                <a16:creationId xmlns:a16="http://schemas.microsoft.com/office/drawing/2014/main" id="{9ABE6932-4FDA-4529-3814-9416D03785DB}"/>
              </a:ext>
            </a:extLst>
          </p:cNvPr>
          <p:cNvSpPr/>
          <p:nvPr/>
        </p:nvSpPr>
        <p:spPr>
          <a:xfrm rot="2828445">
            <a:off x="17994076" y="10589312"/>
            <a:ext cx="340056" cy="385546"/>
          </a:xfrm>
          <a:custGeom>
            <a:avLst/>
            <a:gdLst>
              <a:gd name="csX0" fmla="*/ 0 w 1079656"/>
              <a:gd name="csY0" fmla="*/ 593811 h 1079656"/>
              <a:gd name="csX1" fmla="*/ 242923 w 1079656"/>
              <a:gd name="csY1" fmla="*/ 593811 h 1079656"/>
              <a:gd name="csX2" fmla="*/ 242923 w 1079656"/>
              <a:gd name="csY2" fmla="*/ 0 h 1079656"/>
              <a:gd name="csX3" fmla="*/ 836733 w 1079656"/>
              <a:gd name="csY3" fmla="*/ 0 h 1079656"/>
              <a:gd name="csX4" fmla="*/ 836733 w 1079656"/>
              <a:gd name="csY4" fmla="*/ 593811 h 1079656"/>
              <a:gd name="csX5" fmla="*/ 1079656 w 1079656"/>
              <a:gd name="csY5" fmla="*/ 593811 h 1079656"/>
              <a:gd name="csX6" fmla="*/ 539828 w 1079656"/>
              <a:gd name="csY6" fmla="*/ 1079656 h 1079656"/>
              <a:gd name="csX7" fmla="*/ 0 w 1079656"/>
              <a:gd name="csY7" fmla="*/ 593811 h 1079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79656" h="1079656">
                <a:moveTo>
                  <a:pt x="0" y="593811"/>
                </a:moveTo>
                <a:lnTo>
                  <a:pt x="242923" y="593811"/>
                </a:lnTo>
                <a:lnTo>
                  <a:pt x="242923" y="0"/>
                </a:lnTo>
                <a:lnTo>
                  <a:pt x="836733" y="0"/>
                </a:lnTo>
                <a:lnTo>
                  <a:pt x="836733" y="593811"/>
                </a:lnTo>
                <a:lnTo>
                  <a:pt x="1079656" y="593811"/>
                </a:lnTo>
                <a:lnTo>
                  <a:pt x="539828" y="1079656"/>
                </a:lnTo>
                <a:lnTo>
                  <a:pt x="0" y="59381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04045" tIns="32320" rIns="204045" bIns="221218" numCol="1" spcCol="1270" anchor="ctr" anchorCtr="0">
            <a:noAutofit/>
          </a:bodyPr>
          <a:lstStyle/>
          <a:p>
            <a:pPr algn="ctr" defTabSz="113118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545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4FAAC88-DB6C-75FC-B680-98F0B96EF626}"/>
              </a:ext>
            </a:extLst>
          </p:cNvPr>
          <p:cNvGrpSpPr/>
          <p:nvPr/>
        </p:nvGrpSpPr>
        <p:grpSpPr>
          <a:xfrm>
            <a:off x="25861256" y="326989"/>
            <a:ext cx="4056362" cy="1965293"/>
            <a:chOff x="25861256" y="326989"/>
            <a:chExt cx="4056362" cy="1965293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4C9BA478-717F-D541-F9DE-22B727640F18}"/>
                </a:ext>
              </a:extLst>
            </p:cNvPr>
            <p:cNvSpPr/>
            <p:nvPr/>
          </p:nvSpPr>
          <p:spPr>
            <a:xfrm>
              <a:off x="25861256" y="326989"/>
              <a:ext cx="4056362" cy="1965293"/>
            </a:xfrm>
            <a:prstGeom prst="snip1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1C0647DB-444B-9524-FB95-240627873F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63"/>
            <a:stretch>
              <a:fillRect/>
            </a:stretch>
          </p:blipFill>
          <p:spPr bwMode="auto">
            <a:xfrm>
              <a:off x="25870242" y="662455"/>
              <a:ext cx="4038390" cy="1294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6D82FA4-5E05-5504-FE5F-323F12F35D7F}"/>
              </a:ext>
            </a:extLst>
          </p:cNvPr>
          <p:cNvGrpSpPr/>
          <p:nvPr/>
        </p:nvGrpSpPr>
        <p:grpSpPr>
          <a:xfrm>
            <a:off x="398649" y="347561"/>
            <a:ext cx="4096322" cy="1962656"/>
            <a:chOff x="4401622" y="493123"/>
            <a:chExt cx="5794664" cy="2776376"/>
          </a:xfrm>
        </p:grpSpPr>
        <p:sp>
          <p:nvSpPr>
            <p:cNvPr id="29" name="Rectangle: Single Corner Snipped 28">
              <a:extLst>
                <a:ext uri="{FF2B5EF4-FFF2-40B4-BE49-F238E27FC236}">
                  <a16:creationId xmlns:a16="http://schemas.microsoft.com/office/drawing/2014/main" id="{4DDC155B-FCF0-1C34-46B3-4AB3B7AF1007}"/>
                </a:ext>
              </a:extLst>
            </p:cNvPr>
            <p:cNvSpPr/>
            <p:nvPr/>
          </p:nvSpPr>
          <p:spPr>
            <a:xfrm rot="10800000">
              <a:off x="4401622" y="493123"/>
              <a:ext cx="5794664" cy="2776376"/>
            </a:xfrm>
            <a:prstGeom prst="snip1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pic>
          <p:nvPicPr>
            <p:cNvPr id="14" name="Picture 2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1AB687B5-C6F2-3519-6DE6-DE706F181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6025" y="1155377"/>
              <a:ext cx="5465859" cy="14518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D8861FC-11E7-4B6F-DD09-A3609BACCE74}"/>
              </a:ext>
            </a:extLst>
          </p:cNvPr>
          <p:cNvGrpSpPr/>
          <p:nvPr/>
        </p:nvGrpSpPr>
        <p:grpSpPr>
          <a:xfrm>
            <a:off x="13099979" y="19996606"/>
            <a:ext cx="2026838" cy="969264"/>
            <a:chOff x="12751149" y="19979491"/>
            <a:chExt cx="2026838" cy="969264"/>
          </a:xfrm>
        </p:grpSpPr>
        <p:pic>
          <p:nvPicPr>
            <p:cNvPr id="5" name="Picture 2" descr="Node JS logo, Node.js JavaScript Web application Express.js Computer  Software, others transparent background PNG clipart | HiClipart">
              <a:extLst>
                <a:ext uri="{FF2B5EF4-FFF2-40B4-BE49-F238E27FC236}">
                  <a16:creationId xmlns:a16="http://schemas.microsoft.com/office/drawing/2014/main" id="{C3A7B2FD-C7E5-B717-6F3C-EFA2572B83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5">
              <a:extLst>
                <a:ext uri="{BEBA8EAE-BF5A-486C-A8C5-ECC9F3942E4B}">
                  <a14:imgProps xmlns:a14="http://schemas.microsoft.com/office/drawing/2010/main">
                    <a14:imgLayer r:embed="rId56">
                      <a14:imgEffect>
                        <a14:backgroundRemoval t="10000" b="90000" l="10000" r="90000">
                          <a14:foregroundMark x1="37375" y1="26625" x2="45500" y2="26625"/>
                          <a14:foregroundMark x1="19375" y1="23500" x2="22000" y2="24500"/>
                          <a14:foregroundMark x1="62375" y1="26125" x2="67375" y2="24500"/>
                          <a14:foregroundMark x1="77750" y1="25000" x2="85000" y2="23625"/>
                          <a14:foregroundMark x1="79375" y1="28500" x2="79375" y2="28500"/>
                          <a14:foregroundMark x1="83625" y1="43875" x2="83625" y2="43875"/>
                          <a14:foregroundMark x1="80250" y1="43125" x2="80250" y2="43125"/>
                          <a14:foregroundMark x1="84986" y1="45797" x2="86125" y2="46500"/>
                          <a14:foregroundMark x1="84528" y1="45515" x2="84889" y2="45737"/>
                          <a14:foregroundMark x1="83086" y1="44625" x2="83410" y2="44825"/>
                          <a14:foregroundMark x1="80250" y1="42875" x2="80789" y2="43207"/>
                          <a14:foregroundMark x1="83382" y1="44879" x2="82952" y2="44625"/>
                          <a14:foregroundMark x1="84907" y1="45780" x2="84471" y2="45523"/>
                          <a14:foregroundMark x1="86125" y1="46500" x2="85003" y2="45837"/>
                          <a14:foregroundMark x1="85914" y1="41625" x2="86750" y2="42000"/>
                          <a14:foregroundMark x1="85131" y1="41274" x2="85914" y2="41625"/>
                          <a14:foregroundMark x1="83125" y1="40375" x2="84015" y2="40774"/>
                          <a14:foregroundMark x1="53000" y1="53875" x2="56000" y2="54125"/>
                          <a14:backgroundMark x1="80875" y1="43875" x2="80875" y2="44625"/>
                          <a14:backgroundMark x1="81500" y1="42875" x2="81500" y2="42875"/>
                          <a14:backgroundMark x1="82625" y1="46375" x2="83500" y2="46000"/>
                          <a14:backgroundMark x1="81125" y1="43500" x2="81125" y2="43125"/>
                          <a14:backgroundMark x1="80750" y1="43250" x2="81500" y2="43625"/>
                          <a14:backgroundMark x1="83625" y1="44750" x2="83750" y2="45625"/>
                          <a14:backgroundMark x1="85875" y1="43250" x2="85750" y2="44000"/>
                          <a14:backgroundMark x1="83375" y1="42875" x2="83750" y2="43000"/>
                          <a14:backgroundMark x1="83750" y1="41125" x2="84250" y2="41250"/>
                          <a14:backgroundMark x1="85125" y1="41625" x2="85125" y2="41625"/>
                          <a14:backgroundMark x1="84875" y1="41500" x2="84875" y2="41500"/>
                          <a14:backgroundMark x1="84875" y1="41500" x2="84875" y2="41500"/>
                          <a14:backgroundMark x1="84375" y1="41000" x2="84375" y2="41000"/>
                          <a14:backgroundMark x1="85375" y1="41375" x2="85375" y2="41375"/>
                          <a14:backgroundMark x1="84125" y1="40875" x2="84125" y2="40875"/>
                          <a14:backgroundMark x1="81750" y1="44000" x2="81750" y2="44000"/>
                          <a14:backgroundMark x1="81125" y1="44000" x2="81750" y2="43875"/>
                          <a14:backgroundMark x1="80750" y1="43000" x2="80875" y2="42875"/>
                          <a14:backgroundMark x1="85125" y1="46125" x2="85000" y2="460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51149" y="19979491"/>
              <a:ext cx="969264" cy="96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F14E62-6FD4-91F7-EBB7-F39DBD71DD50}"/>
                </a:ext>
              </a:extLst>
            </p:cNvPr>
            <p:cNvSpPr txBox="1"/>
            <p:nvPr/>
          </p:nvSpPr>
          <p:spPr>
            <a:xfrm>
              <a:off x="13638750" y="20263819"/>
              <a:ext cx="1139237" cy="4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Node.js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D5E989B-17CF-6DE5-CCEE-AFCA09C21C92}"/>
              </a:ext>
            </a:extLst>
          </p:cNvPr>
          <p:cNvGrpSpPr/>
          <p:nvPr/>
        </p:nvGrpSpPr>
        <p:grpSpPr>
          <a:xfrm>
            <a:off x="16251665" y="19996606"/>
            <a:ext cx="2412563" cy="969264"/>
            <a:chOff x="15489289" y="19979491"/>
            <a:chExt cx="2412563" cy="969264"/>
          </a:xfrm>
        </p:grpSpPr>
        <p:pic>
          <p:nvPicPr>
            <p:cNvPr id="6" name="Picture 4" descr="JavaScript Logo Computer Icons, vue js, angle, text png | PNGEgg">
              <a:extLst>
                <a:ext uri="{FF2B5EF4-FFF2-40B4-BE49-F238E27FC236}">
                  <a16:creationId xmlns:a16="http://schemas.microsoft.com/office/drawing/2014/main" id="{63290DE4-440E-57B3-0C36-EDA4BA6816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7">
              <a:extLst>
                <a:ext uri="{BEBA8EAE-BF5A-486C-A8C5-ECC9F3942E4B}">
                  <a14:imgProps xmlns:a14="http://schemas.microsoft.com/office/drawing/2010/main">
                    <a14:imgLayer r:embed="rId58">
                      <a14:imgEffect>
                        <a14:backgroundRemoval t="6055" b="91602" l="10000" r="90000">
                          <a14:foregroundMark x1="44444" y1="6055" x2="57222" y2="7617"/>
                          <a14:foregroundMark x1="50444" y1="91211" x2="52889" y2="9160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87" r="18637"/>
            <a:stretch>
              <a:fillRect/>
            </a:stretch>
          </p:blipFill>
          <p:spPr bwMode="auto">
            <a:xfrm>
              <a:off x="15489289" y="19979491"/>
              <a:ext cx="1057642" cy="969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124665-DE13-609A-4386-B5255CE6CE63}"/>
                </a:ext>
              </a:extLst>
            </p:cNvPr>
            <p:cNvSpPr txBox="1"/>
            <p:nvPr/>
          </p:nvSpPr>
          <p:spPr>
            <a:xfrm>
              <a:off x="16496903" y="20255478"/>
              <a:ext cx="1404949" cy="440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62" b="1" dirty="0" err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Javascript</a:t>
              </a:r>
              <a:endParaRPr lang="en-US" sz="2262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4679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1517</TotalTime>
  <Words>889</Words>
  <Application>Microsoft Office PowerPoint</Application>
  <PresentationFormat>Custom</PresentationFormat>
  <Paragraphs>166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ADLaM Display</vt:lpstr>
      <vt:lpstr>Aptos</vt:lpstr>
      <vt:lpstr>Aptos Black</vt:lpstr>
      <vt:lpstr>Aptos Display</vt:lpstr>
      <vt:lpstr>Arial</vt:lpstr>
      <vt:lpstr>Calibri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Kashif Mehboob</dc:creator>
  <cp:lastModifiedBy>EU JIN YANG</cp:lastModifiedBy>
  <cp:revision>26</cp:revision>
  <dcterms:created xsi:type="dcterms:W3CDTF">2026-01-20T22:26:59Z</dcterms:created>
  <dcterms:modified xsi:type="dcterms:W3CDTF">2026-03-01T07:30:14Z</dcterms:modified>
</cp:coreProperties>
</file>